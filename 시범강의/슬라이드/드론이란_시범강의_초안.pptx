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6031a0d5-b730-55ce-9f51-b9d2c2fc59fb}">
          <p14:sldIdLst>
            <p14:sldId id="256"/>
            <p14:sldId id="257"/>
          </p14:sldIdLst>
        </p14:section>
        <p14:section name="드론이란?" id="{7c33c3a9-0cf1-f27a-9604-83d1a737155c}">
          <p14:sldIdLst>
            <p14:sldId id="258"/>
            <p14:sldId id="259"/>
          </p14:sldIdLst>
        </p14:section>
        <p14:section name="활용 사례" id="{2306826b-70d7-1028-cc0a-3a2e0ca7bad1}">
          <p14:sldIdLst>
            <p14:sldId id="260"/>
          </p14:sldIdLst>
        </p14:section>
        <p14:section name="배워야 하는 이유" id="{279964f6-70ef-ba74-e9f6-28d5fa4915cd}">
          <p14:sldIdLst>
            <p14:sldId id="261"/>
          </p14:sldIdLst>
        </p14:section>
        <p14:section name="마무리" id="{9183607f-31e1-099e-c366-5e7e7f2ed7b1}">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우리가 자주 듣는 드론이 무엇이고, 어디서 일하고, 왜 배워야 하는지 알아볼게요.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발문: '드론' 하면 무엇이 떠오르나요? 예상 답은 촬영, 택배, 장난감, 드론 쇼입니다. 학생들의 답을 받은 뒤 다음 장으로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드론(drone)은 영어로 '수벌'이라는 뜻이에요. 날 때 나는 '웅웅~' 소리가 벌과 닮아서 이런 이름이 붙었다고 알려져 있어요.
드론은 '사람이 타지 않고 하늘을 나는 비행체'예요. 사람이 멀리서 조종하기도 하고, 스스로 날기도 해요.
우리나라 법에서도 드론을 '조종하는 사람이 타지 않고 나는 비행체'라고 정해 두었어요.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이글 드론 사진으로 드론의 몸을 살펴봅니다. 프로펠러와 모터는 날개, 배터리는 심장, 비행 제어기는 두뇌, 센서는 눈과 귀예요.
드론에는 눈(센서)과 두뇌(비행 제어기)가 있어요. 그래서 드론은 하늘을 나는 컴퓨터라고 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농업: 넓은 논밭에 농약과 비료를 뿌려요. 배송: 섬이나 산골 마을에 물건을 배달해요. 구조: 산에서 길 잃은 사람을 찾고, 불난 곳을 살펴요. 점검: 높은 다리나 송전탑을 살펴요. 촬영·공연: 영화를 찍고, 밤하늘에 드론 라이트 쇼를 해요. 미래 교통: 사람을 태우는 하늘 택시도 준비 중이에요.
공통점이 보이나요? 드론은 위험하거나, 멀거나, 사람이 하기 힘든 일을 대신해 줘요.
(사진은 이해를 돕기 위한 AI 생성 이미지입니다.)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앞으로의 드론은 사람이 조종하지 않아도 스스로 장애물을 피하고, 길을 찾아요. 이렇게 생각하게 만드는 것이 AI와 코딩이에요.
드론을 배우면 좋은 점은 세 가지예요. 내가 만든 코드가 진짜로 날아서 결과를 바로 보여 주고, 코딩·과학·수학이 함께 쓰이고, 드론 개발자처럼 새로운 직업이 생기고 있어요.
발문: 여러분은 어떤 일을 하는 드론을 만들고 싶나요?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문장 정리: 드론은 하늘을 나는 컴퓨터이고, 이제는 스스로 생각하는 드론의 시대예요.
본 수업 예고: 오늘 우리는 드론을 조종하는 게 아니라, 코딩으로 드론에게 생각하는 법을 가르쳐 볼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AI 드론 교육  |  드론이란?</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표지 배경 사진" descr="푸른 하늘을 나는 작은 드론">    </p:cNvPr>
          <p:cNvPicPr>
            <a:picLocks noChangeAspect="1"/>
          </p:cNvPicPr>
          <p:nvPr/>
        </p:nvPicPr>
        <p:blipFill>
          <a:blip r:embed="rId1"/>
          <a:stretch>
            <a:fillRect/>
          </a:stretch>
        </p:blipFill>
        <p:spPr>
          <a:xfrm>
            <a:off x="0" y="0"/>
            <a:ext cx="12191695" cy="6858000"/>
          </a:xfrm>
          <a:prstGeom prst="rect">
            <a:avLst/>
          </a:prstGeom>
        </p:spPr>
      </p:pic>
      <p:sp>
        <p:nvSpPr>
          <p:cNvPr id="3" name="제목 배경"/>
          <p:cNvSpPr/>
          <p:nvPr/>
        </p:nvSpPr>
        <p:spPr>
          <a:xfrm>
            <a:off x="0" y="0"/>
            <a:ext cx="5852160" cy="6858000"/>
          </a:xfrm>
          <a:prstGeom prst="rect">
            <a:avLst/>
          </a:prstGeom>
          <a:solidFill>
            <a:schemeClr val="tx2">
              <a:alpha val="88000"/>
            </a:schemeClr>
          </a:solidFill>
          <a:ln/>
        </p:spPr>
      </p:sp>
      <p:sp>
        <p:nvSpPr>
          <p:cNvPr id="4" name="태그 배경"/>
          <p:cNvSpPr/>
          <p:nvPr/>
        </p:nvSpPr>
        <p:spPr>
          <a:xfrm>
            <a:off x="731520" y="1828800"/>
            <a:ext cx="2834640" cy="457200"/>
          </a:xfrm>
          <a:prstGeom prst="roundRect">
            <a:avLst>
              <a:gd name="adj" fmla="val 50000"/>
            </a:avLst>
          </a:prstGeom>
          <a:solidFill>
            <a:schemeClr val="accent1"/>
          </a:solidFill>
          <a:ln/>
        </p:spPr>
      </p:sp>
      <p:sp>
        <p:nvSpPr>
          <p:cNvPr id="5" name="태그"/>
          <p:cNvSpPr txBox="1"/>
          <p:nvPr/>
        </p:nvSpPr>
        <p:spPr>
          <a:xfrm>
            <a:off x="731520" y="1828800"/>
            <a:ext cx="2834640" cy="457200"/>
          </a:xfrm>
          <a:prstGeom prst="rect">
            <a:avLst/>
          </a:prstGeom>
          <a:noFill/>
          <a:ln/>
        </p:spPr>
        <p:txBody>
          <a:bodyPr wrap="square" lIns="0" tIns="0" rIns="0" bIns="0" rtlCol="0" anchor="ctr"/>
          <a:lstStyle/>
          <a:p>
            <a:pPr algn="ctr" indent="0" marL="0">
              <a:buNone/>
            </a:pPr>
            <a:r>
              <a:rPr lang="en-US" sz="1400" b="1" dirty="0">
                <a:solidFill>
                  <a:schemeClr val="bg1"/>
                </a:solidFill>
              </a:rPr>
              <a:t>AI 드론 교육 · 1차시 도입</a:t>
            </a:r>
            <a:endParaRPr lang="en-US" sz="1400" dirty="0"/>
          </a:p>
        </p:txBody>
      </p:sp>
      <p:sp>
        <p:nvSpPr>
          <p:cNvPr id="6" name="표지 제목"/>
          <p:cNvSpPr txBox="1"/>
          <p:nvPr/>
        </p:nvSpPr>
        <p:spPr>
          <a:xfrm>
            <a:off x="731520" y="2514600"/>
            <a:ext cx="4937760" cy="1828800"/>
          </a:xfrm>
          <a:prstGeom prst="rect">
            <a:avLst/>
          </a:prstGeom>
          <a:noFill/>
          <a:ln/>
        </p:spPr>
        <p:txBody>
          <a:bodyPr wrap="square" lIns="0" tIns="0" rIns="0" bIns="0" rtlCol="0" anchor="t"/>
          <a:lstStyle/>
          <a:p>
            <a:pPr indent="0" marL="0">
              <a:lnSpc>
                <a:spcPct val="105000"/>
              </a:lnSpc>
              <a:buNone/>
            </a:pPr>
            <a:r>
              <a:rPr lang="en-US" sz="4600" b="1" dirty="0">
                <a:solidFill>
                  <a:schemeClr val="bg1"/>
                </a:solidFill>
              </a:rPr>
              <a:t>드론, 어디까지</a:t>
            </a:r>
            <a:endParaRPr lang="en-US" sz="4600" dirty="0"/>
          </a:p>
          <a:p>
            <a:pPr indent="0" marL="0">
              <a:lnSpc>
                <a:spcPct val="105000"/>
              </a:lnSpc>
              <a:buNone/>
            </a:pPr>
            <a:r>
              <a:rPr lang="en-US" sz="4600" b="1" dirty="0">
                <a:solidFill>
                  <a:schemeClr val="bg1"/>
                </a:solidFill>
              </a:rPr>
              <a:t>알고 있니?</a:t>
            </a:r>
            <a:endParaRPr lang="en-US" sz="4600" dirty="0"/>
          </a:p>
        </p:txBody>
      </p:sp>
      <p:sp>
        <p:nvSpPr>
          <p:cNvPr id="7" name="표지 부제"/>
          <p:cNvSpPr txBox="1"/>
          <p:nvPr/>
        </p:nvSpPr>
        <p:spPr>
          <a:xfrm>
            <a:off x="731520" y="4480560"/>
            <a:ext cx="4937760" cy="548640"/>
          </a:xfrm>
          <a:prstGeom prst="rect">
            <a:avLst/>
          </a:prstGeom>
          <a:noFill/>
          <a:ln/>
        </p:spPr>
        <p:txBody>
          <a:bodyPr wrap="square" lIns="0" tIns="0" rIns="0" bIns="0" rtlCol="0" anchor="ctr"/>
          <a:lstStyle/>
          <a:p>
            <a:pPr indent="0" marL="0">
              <a:buNone/>
            </a:pPr>
            <a:r>
              <a:rPr lang="en-US" sz="2000" dirty="0">
                <a:solidFill>
                  <a:schemeClr val="bg2"/>
                </a:solidFill>
              </a:rPr>
              <a:t>하늘을 나는 컴퓨터, 드론 이야기</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'드론' 하면 떠오르는 것은?</a:t>
            </a:r>
            <a:endParaRPr lang="en-US" sz="3400" dirty="0"/>
          </a:p>
        </p:txBody>
      </p:sp>
      <p:sp>
        <p:nvSpPr>
          <p:cNvPr id="3" name="촬영 연결선"/>
          <p:cNvSpPr/>
          <p:nvPr/>
        </p:nvSpPr>
        <p:spPr>
          <a:xfrm>
            <a:off x="4206240" y="2697480"/>
            <a:ext cx="1113721" cy="47073"/>
          </a:xfrm>
          <a:prstGeom prst="line">
            <a:avLst/>
          </a:prstGeom>
          <a:noFill/>
          <a:ln w="19050">
            <a:solidFill>
              <a:schemeClr val="accent6"/>
            </a:solidFill>
            <a:prstDash val="dash"/>
          </a:ln>
        </p:spPr>
      </p:sp>
      <p:sp>
        <p:nvSpPr>
          <p:cNvPr id="4" name="택배 연결선"/>
          <p:cNvSpPr/>
          <p:nvPr/>
        </p:nvSpPr>
        <p:spPr>
          <a:xfrm flipV="1">
            <a:off x="6871734" y="2697480"/>
            <a:ext cx="1110978" cy="47073"/>
          </a:xfrm>
          <a:prstGeom prst="line">
            <a:avLst/>
          </a:prstGeom>
          <a:noFill/>
          <a:ln w="19050">
            <a:solidFill>
              <a:schemeClr val="accent6"/>
            </a:solidFill>
            <a:prstDash val="dash"/>
          </a:ln>
        </p:spPr>
      </p:sp>
      <p:sp>
        <p:nvSpPr>
          <p:cNvPr id="5" name="장난감 연결선"/>
          <p:cNvSpPr/>
          <p:nvPr/>
        </p:nvSpPr>
        <p:spPr>
          <a:xfrm flipV="1">
            <a:off x="4206240" y="4160520"/>
            <a:ext cx="1113721" cy="135807"/>
          </a:xfrm>
          <a:prstGeom prst="line">
            <a:avLst/>
          </a:prstGeom>
          <a:noFill/>
          <a:ln w="19050">
            <a:solidFill>
              <a:schemeClr val="accent6"/>
            </a:solidFill>
            <a:prstDash val="dash"/>
          </a:ln>
        </p:spPr>
      </p:sp>
      <p:sp>
        <p:nvSpPr>
          <p:cNvPr id="6" name="드론 쇼 연결선"/>
          <p:cNvSpPr/>
          <p:nvPr/>
        </p:nvSpPr>
        <p:spPr>
          <a:xfrm>
            <a:off x="6871734" y="4160520"/>
            <a:ext cx="1110978" cy="135807"/>
          </a:xfrm>
          <a:prstGeom prst="line">
            <a:avLst/>
          </a:prstGeom>
          <a:noFill/>
          <a:ln w="19050">
            <a:solidFill>
              <a:schemeClr val="accent6"/>
            </a:solidFill>
            <a:prstDash val="dash"/>
          </a:ln>
        </p:spPr>
      </p:sp>
      <p:sp>
        <p:nvSpPr>
          <p:cNvPr id="7" name="가운데 원"/>
          <p:cNvSpPr/>
          <p:nvPr/>
        </p:nvSpPr>
        <p:spPr>
          <a:xfrm>
            <a:off x="4998568" y="2423160"/>
            <a:ext cx="2194560" cy="2194560"/>
          </a:xfrm>
          <a:prstGeom prst="ellipse">
            <a:avLst/>
          </a:prstGeom>
          <a:solidFill>
            <a:schemeClr val="tx2"/>
          </a:solidFill>
          <a:ln/>
          <a:effectLst>
            <a:outerShdw sx="100000" sy="100000" kx="0" ky="0" algn="bl" rotWithShape="0" blurRad="101600" dist="25400" dir="5400000">
              <a:srgbClr val="0B1F3A">
                <a:alpha val="18000"/>
              </a:srgbClr>
            </a:outerShdw>
          </a:effectLst>
        </p:spPr>
      </p:sp>
      <p:pic>
        <p:nvPicPr>
          <p:cNvPr id="8" name="드론 아이콘" descr="비행체 아이콘">    </p:cNvPr>
          <p:cNvPicPr>
            <a:picLocks noChangeAspect="1"/>
          </p:cNvPicPr>
          <p:nvPr/>
        </p:nvPicPr>
        <p:blipFill>
          <a:blip r:embed="rId1"/>
          <a:stretch>
            <a:fillRect/>
          </a:stretch>
        </p:blipFill>
        <p:spPr>
          <a:xfrm>
            <a:off x="5730088" y="2651760"/>
            <a:ext cx="731520" cy="731520"/>
          </a:xfrm>
          <a:prstGeom prst="rect">
            <a:avLst/>
          </a:prstGeom>
        </p:spPr>
      </p:pic>
      <p:sp>
        <p:nvSpPr>
          <p:cNvPr id="9" name="가운데 글자"/>
          <p:cNvSpPr txBox="1"/>
          <p:nvPr/>
        </p:nvSpPr>
        <p:spPr>
          <a:xfrm>
            <a:off x="4998568" y="3429000"/>
            <a:ext cx="2194560" cy="731520"/>
          </a:xfrm>
          <a:prstGeom prst="rect">
            <a:avLst/>
          </a:prstGeom>
          <a:noFill/>
          <a:ln/>
        </p:spPr>
        <p:txBody>
          <a:bodyPr wrap="square" lIns="0" tIns="0" rIns="0" bIns="0" rtlCol="0" anchor="ctr"/>
          <a:lstStyle/>
          <a:p>
            <a:pPr algn="ctr" indent="0" marL="0">
              <a:buNone/>
            </a:pPr>
            <a:r>
              <a:rPr lang="en-US" sz="3600" b="1" dirty="0">
                <a:solidFill>
                  <a:schemeClr val="bg1"/>
                </a:solidFill>
              </a:rPr>
              <a:t>드론</a:t>
            </a:r>
            <a:endParaRPr lang="en-US" sz="3600" dirty="0"/>
          </a:p>
        </p:txBody>
      </p:sp>
      <p:sp>
        <p:nvSpPr>
          <p:cNvPr id="10" name="촬영 카드"/>
          <p:cNvSpPr/>
          <p:nvPr/>
        </p:nvSpPr>
        <p:spPr>
          <a:xfrm>
            <a:off x="1097280" y="1600200"/>
            <a:ext cx="3108960" cy="1097280"/>
          </a:xfrm>
          <a:prstGeom prst="roundRect">
            <a:avLst>
              <a:gd name="adj" fmla="val 16667"/>
            </a:avLst>
          </a:prstGeom>
          <a:solidFill>
            <a:schemeClr val="bg2"/>
          </a:solidFill>
          <a:ln/>
          <a:effectLst>
            <a:outerShdw sx="100000" sy="100000" kx="0" ky="0" algn="bl" rotWithShape="0" blurRad="101600" dist="25400" dir="5400000">
              <a:srgbClr val="0B1F3A">
                <a:alpha val="18000"/>
              </a:srgbClr>
            </a:outerShdw>
          </a:effectLst>
        </p:spPr>
      </p:sp>
      <p:sp>
        <p:nvSpPr>
          <p:cNvPr id="11" name="촬영 원"/>
          <p:cNvSpPr/>
          <p:nvPr/>
        </p:nvSpPr>
        <p:spPr>
          <a:xfrm>
            <a:off x="1325880" y="1828800"/>
            <a:ext cx="640080" cy="640080"/>
          </a:xfrm>
          <a:prstGeom prst="ellipse">
            <a:avLst/>
          </a:prstGeom>
          <a:solidFill>
            <a:schemeClr val="accent2"/>
          </a:solidFill>
          <a:ln/>
        </p:spPr>
      </p:sp>
      <p:pic>
        <p:nvPicPr>
          <p:cNvPr id="12" name="촬영 아이콘" descr="촬영">    </p:cNvPr>
          <p:cNvPicPr>
            <a:picLocks noChangeAspect="1"/>
          </p:cNvPicPr>
          <p:nvPr/>
        </p:nvPicPr>
        <p:blipFill>
          <a:blip r:embed="rId2"/>
          <a:stretch>
            <a:fillRect/>
          </a:stretch>
        </p:blipFill>
        <p:spPr>
          <a:xfrm>
            <a:off x="1485900" y="1988820"/>
            <a:ext cx="320040" cy="320040"/>
          </a:xfrm>
          <a:prstGeom prst="rect">
            <a:avLst/>
          </a:prstGeom>
        </p:spPr>
      </p:pic>
      <p:sp>
        <p:nvSpPr>
          <p:cNvPr id="13" name="촬영 제목"/>
          <p:cNvSpPr txBox="1"/>
          <p:nvPr/>
        </p:nvSpPr>
        <p:spPr>
          <a:xfrm>
            <a:off x="2148840" y="176479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촬영</a:t>
            </a:r>
            <a:endParaRPr lang="en-US" sz="2000" dirty="0"/>
          </a:p>
        </p:txBody>
      </p:sp>
      <p:sp>
        <p:nvSpPr>
          <p:cNvPr id="14" name="촬영 설명"/>
          <p:cNvSpPr txBox="1"/>
          <p:nvPr/>
        </p:nvSpPr>
        <p:spPr>
          <a:xfrm>
            <a:off x="2148840" y="2167128"/>
            <a:ext cx="1965960" cy="365760"/>
          </a:xfrm>
          <a:prstGeom prst="rect">
            <a:avLst/>
          </a:prstGeom>
          <a:noFill/>
          <a:ln/>
        </p:spPr>
        <p:txBody>
          <a:bodyPr wrap="square" lIns="0" tIns="0" rIns="0" bIns="0" rtlCol="0" anchor="ctr"/>
          <a:lstStyle/>
          <a:p>
            <a:pPr indent="0" marL="0">
              <a:buNone/>
            </a:pPr>
            <a:r>
              <a:rPr lang="en-US" sz="1200" dirty="0">
                <a:solidFill>
                  <a:schemeClr val="tx1"/>
                </a:solidFill>
              </a:rPr>
              <a:t>하늘에서 찍은 사진·영상</a:t>
            </a:r>
            <a:endParaRPr lang="en-US" sz="1200" dirty="0"/>
          </a:p>
        </p:txBody>
      </p:sp>
      <p:sp>
        <p:nvSpPr>
          <p:cNvPr id="15" name="택배 카드"/>
          <p:cNvSpPr/>
          <p:nvPr/>
        </p:nvSpPr>
        <p:spPr>
          <a:xfrm>
            <a:off x="7982712" y="1600200"/>
            <a:ext cx="3108960" cy="1097280"/>
          </a:xfrm>
          <a:prstGeom prst="roundRect">
            <a:avLst>
              <a:gd name="adj" fmla="val 16667"/>
            </a:avLst>
          </a:prstGeom>
          <a:solidFill>
            <a:schemeClr val="bg2"/>
          </a:solidFill>
          <a:ln/>
          <a:effectLst>
            <a:outerShdw sx="100000" sy="100000" kx="0" ky="0" algn="bl" rotWithShape="0" blurRad="101600" dist="25400" dir="5400000">
              <a:srgbClr val="0B1F3A">
                <a:alpha val="18000"/>
              </a:srgbClr>
            </a:outerShdw>
          </a:effectLst>
        </p:spPr>
      </p:sp>
      <p:sp>
        <p:nvSpPr>
          <p:cNvPr id="16" name="택배 원"/>
          <p:cNvSpPr/>
          <p:nvPr/>
        </p:nvSpPr>
        <p:spPr>
          <a:xfrm>
            <a:off x="8211312" y="1828800"/>
            <a:ext cx="640080" cy="640080"/>
          </a:xfrm>
          <a:prstGeom prst="ellipse">
            <a:avLst/>
          </a:prstGeom>
          <a:solidFill>
            <a:schemeClr val="accent1"/>
          </a:solidFill>
          <a:ln/>
        </p:spPr>
      </p:sp>
      <p:pic>
        <p:nvPicPr>
          <p:cNvPr id="17" name="택배 아이콘" descr="택배">    </p:cNvPr>
          <p:cNvPicPr>
            <a:picLocks noChangeAspect="1"/>
          </p:cNvPicPr>
          <p:nvPr/>
        </p:nvPicPr>
        <p:blipFill>
          <a:blip r:embed="rId3"/>
          <a:stretch>
            <a:fillRect/>
          </a:stretch>
        </p:blipFill>
        <p:spPr>
          <a:xfrm>
            <a:off x="8371332" y="1988820"/>
            <a:ext cx="320040" cy="320040"/>
          </a:xfrm>
          <a:prstGeom prst="rect">
            <a:avLst/>
          </a:prstGeom>
        </p:spPr>
      </p:pic>
      <p:sp>
        <p:nvSpPr>
          <p:cNvPr id="18" name="택배 제목"/>
          <p:cNvSpPr txBox="1"/>
          <p:nvPr/>
        </p:nvSpPr>
        <p:spPr>
          <a:xfrm>
            <a:off x="9034272" y="176479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택배</a:t>
            </a:r>
            <a:endParaRPr lang="en-US" sz="2000" dirty="0"/>
          </a:p>
        </p:txBody>
      </p:sp>
      <p:sp>
        <p:nvSpPr>
          <p:cNvPr id="19" name="택배 설명"/>
          <p:cNvSpPr txBox="1"/>
          <p:nvPr/>
        </p:nvSpPr>
        <p:spPr>
          <a:xfrm>
            <a:off x="9034272" y="2167128"/>
            <a:ext cx="1965960" cy="365760"/>
          </a:xfrm>
          <a:prstGeom prst="rect">
            <a:avLst/>
          </a:prstGeom>
          <a:noFill/>
          <a:ln/>
        </p:spPr>
        <p:txBody>
          <a:bodyPr wrap="square" lIns="0" tIns="0" rIns="0" bIns="0" rtlCol="0" anchor="ctr"/>
          <a:lstStyle/>
          <a:p>
            <a:pPr indent="0" marL="0">
              <a:buNone/>
            </a:pPr>
            <a:r>
              <a:rPr lang="en-US" sz="1200" dirty="0">
                <a:solidFill>
                  <a:schemeClr val="tx1"/>
                </a:solidFill>
              </a:rPr>
              <a:t>물건을 날라 주는 드론</a:t>
            </a:r>
            <a:endParaRPr lang="en-US" sz="1200" dirty="0"/>
          </a:p>
        </p:txBody>
      </p:sp>
      <p:sp>
        <p:nvSpPr>
          <p:cNvPr id="20" name="장난감 카드"/>
          <p:cNvSpPr/>
          <p:nvPr/>
        </p:nvSpPr>
        <p:spPr>
          <a:xfrm>
            <a:off x="1097280" y="4160520"/>
            <a:ext cx="3108960" cy="1097280"/>
          </a:xfrm>
          <a:prstGeom prst="roundRect">
            <a:avLst>
              <a:gd name="adj" fmla="val 16667"/>
            </a:avLst>
          </a:prstGeom>
          <a:solidFill>
            <a:schemeClr val="bg2"/>
          </a:solidFill>
          <a:ln/>
          <a:effectLst>
            <a:outerShdw sx="100000" sy="100000" kx="0" ky="0" algn="bl" rotWithShape="0" blurRad="101600" dist="25400" dir="5400000">
              <a:srgbClr val="0B1F3A">
                <a:alpha val="18000"/>
              </a:srgbClr>
            </a:outerShdw>
          </a:effectLst>
        </p:spPr>
      </p:sp>
      <p:sp>
        <p:nvSpPr>
          <p:cNvPr id="21" name="장난감 원"/>
          <p:cNvSpPr/>
          <p:nvPr/>
        </p:nvSpPr>
        <p:spPr>
          <a:xfrm>
            <a:off x="1325880" y="4389120"/>
            <a:ext cx="640080" cy="640080"/>
          </a:xfrm>
          <a:prstGeom prst="ellipse">
            <a:avLst/>
          </a:prstGeom>
          <a:solidFill>
            <a:schemeClr val="accent3"/>
          </a:solidFill>
          <a:ln/>
        </p:spPr>
      </p:sp>
      <p:pic>
        <p:nvPicPr>
          <p:cNvPr id="22" name="장난감 아이콘" descr="장난감">    </p:cNvPr>
          <p:cNvPicPr>
            <a:picLocks noChangeAspect="1"/>
          </p:cNvPicPr>
          <p:nvPr/>
        </p:nvPicPr>
        <p:blipFill>
          <a:blip r:embed="rId4"/>
          <a:stretch>
            <a:fillRect/>
          </a:stretch>
        </p:blipFill>
        <p:spPr>
          <a:xfrm>
            <a:off x="1485900" y="4549140"/>
            <a:ext cx="320040" cy="320040"/>
          </a:xfrm>
          <a:prstGeom prst="rect">
            <a:avLst/>
          </a:prstGeom>
        </p:spPr>
      </p:pic>
      <p:sp>
        <p:nvSpPr>
          <p:cNvPr id="23" name="장난감 제목"/>
          <p:cNvSpPr txBox="1"/>
          <p:nvPr/>
        </p:nvSpPr>
        <p:spPr>
          <a:xfrm>
            <a:off x="2148840" y="432511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장난감</a:t>
            </a:r>
            <a:endParaRPr lang="en-US" sz="2000" dirty="0"/>
          </a:p>
        </p:txBody>
      </p:sp>
      <p:sp>
        <p:nvSpPr>
          <p:cNvPr id="24" name="장난감 설명"/>
          <p:cNvSpPr txBox="1"/>
          <p:nvPr/>
        </p:nvSpPr>
        <p:spPr>
          <a:xfrm>
            <a:off x="2148840" y="4727448"/>
            <a:ext cx="1965960" cy="365760"/>
          </a:xfrm>
          <a:prstGeom prst="rect">
            <a:avLst/>
          </a:prstGeom>
          <a:noFill/>
          <a:ln/>
        </p:spPr>
        <p:txBody>
          <a:bodyPr wrap="square" lIns="0" tIns="0" rIns="0" bIns="0" rtlCol="0" anchor="ctr"/>
          <a:lstStyle/>
          <a:p>
            <a:pPr indent="0" marL="0">
              <a:buNone/>
            </a:pPr>
            <a:r>
              <a:rPr lang="en-US" sz="1200" dirty="0">
                <a:solidFill>
                  <a:schemeClr val="tx1"/>
                </a:solidFill>
              </a:rPr>
              <a:t>리모컨으로 날리는 드론</a:t>
            </a:r>
            <a:endParaRPr lang="en-US" sz="1200" dirty="0"/>
          </a:p>
        </p:txBody>
      </p:sp>
      <p:sp>
        <p:nvSpPr>
          <p:cNvPr id="25" name="드론 쇼 카드"/>
          <p:cNvSpPr/>
          <p:nvPr/>
        </p:nvSpPr>
        <p:spPr>
          <a:xfrm>
            <a:off x="7982712" y="4160520"/>
            <a:ext cx="3108960" cy="1097280"/>
          </a:xfrm>
          <a:prstGeom prst="roundRect">
            <a:avLst>
              <a:gd name="adj" fmla="val 16667"/>
            </a:avLst>
          </a:prstGeom>
          <a:solidFill>
            <a:schemeClr val="bg2"/>
          </a:solidFill>
          <a:ln/>
          <a:effectLst>
            <a:outerShdw sx="100000" sy="100000" kx="0" ky="0" algn="bl" rotWithShape="0" blurRad="101600" dist="25400" dir="5400000">
              <a:srgbClr val="0B1F3A">
                <a:alpha val="18000"/>
              </a:srgbClr>
            </a:outerShdw>
          </a:effectLst>
        </p:spPr>
      </p:sp>
      <p:sp>
        <p:nvSpPr>
          <p:cNvPr id="26" name="드론 쇼 원"/>
          <p:cNvSpPr/>
          <p:nvPr/>
        </p:nvSpPr>
        <p:spPr>
          <a:xfrm>
            <a:off x="8211312" y="4389120"/>
            <a:ext cx="640080" cy="640080"/>
          </a:xfrm>
          <a:prstGeom prst="ellipse">
            <a:avLst/>
          </a:prstGeom>
          <a:solidFill>
            <a:schemeClr val="accent5"/>
          </a:solidFill>
          <a:ln/>
        </p:spPr>
      </p:sp>
      <p:pic>
        <p:nvPicPr>
          <p:cNvPr id="27" name="드론 쇼 아이콘" descr="드론 쇼">    </p:cNvPr>
          <p:cNvPicPr>
            <a:picLocks noChangeAspect="1"/>
          </p:cNvPicPr>
          <p:nvPr/>
        </p:nvPicPr>
        <p:blipFill>
          <a:blip r:embed="rId5"/>
          <a:stretch>
            <a:fillRect/>
          </a:stretch>
        </p:blipFill>
        <p:spPr>
          <a:xfrm>
            <a:off x="8371332" y="4549140"/>
            <a:ext cx="320040" cy="320040"/>
          </a:xfrm>
          <a:prstGeom prst="rect">
            <a:avLst/>
          </a:prstGeom>
        </p:spPr>
      </p:pic>
      <p:sp>
        <p:nvSpPr>
          <p:cNvPr id="28" name="드론 쇼 제목"/>
          <p:cNvSpPr txBox="1"/>
          <p:nvPr/>
        </p:nvSpPr>
        <p:spPr>
          <a:xfrm>
            <a:off x="9034272" y="4325112"/>
            <a:ext cx="1920240" cy="411480"/>
          </a:xfrm>
          <a:prstGeom prst="rect">
            <a:avLst/>
          </a:prstGeom>
          <a:noFill/>
          <a:ln/>
        </p:spPr>
        <p:txBody>
          <a:bodyPr wrap="square" lIns="0" tIns="0" rIns="0" bIns="0" rtlCol="0" anchor="ctr"/>
          <a:lstStyle/>
          <a:p>
            <a:pPr indent="0" marL="0">
              <a:buNone/>
            </a:pPr>
            <a:r>
              <a:rPr lang="en-US" sz="2000" b="1" dirty="0">
                <a:solidFill>
                  <a:schemeClr val="tx2"/>
                </a:solidFill>
              </a:rPr>
              <a:t>드론 쇼</a:t>
            </a:r>
            <a:endParaRPr lang="en-US" sz="2000" dirty="0"/>
          </a:p>
        </p:txBody>
      </p:sp>
      <p:sp>
        <p:nvSpPr>
          <p:cNvPr id="29" name="드론 쇼 설명"/>
          <p:cNvSpPr txBox="1"/>
          <p:nvPr/>
        </p:nvSpPr>
        <p:spPr>
          <a:xfrm>
            <a:off x="9034272" y="4727448"/>
            <a:ext cx="1965960" cy="365760"/>
          </a:xfrm>
          <a:prstGeom prst="rect">
            <a:avLst/>
          </a:prstGeom>
          <a:noFill/>
          <a:ln/>
        </p:spPr>
        <p:txBody>
          <a:bodyPr wrap="square" lIns="0" tIns="0" rIns="0" bIns="0" rtlCol="0" anchor="ctr"/>
          <a:lstStyle/>
          <a:p>
            <a:pPr indent="0" marL="0">
              <a:buNone/>
            </a:pPr>
            <a:r>
              <a:rPr lang="en-US" sz="1200" dirty="0">
                <a:solidFill>
                  <a:schemeClr val="tx1"/>
                </a:solidFill>
              </a:rPr>
              <a:t>밤하늘을 수놓는 불빛</a:t>
            </a:r>
            <a:endParaRPr lang="en-US" sz="1200" dirty="0"/>
          </a:p>
        </p:txBody>
      </p:sp>
      <p:sp>
        <p:nvSpPr>
          <p:cNvPr id="30" name="발문"/>
          <p:cNvSpPr txBox="1"/>
          <p:nvPr/>
        </p:nvSpPr>
        <p:spPr>
          <a:xfrm>
            <a:off x="548640" y="5806440"/>
            <a:ext cx="11064240" cy="411480"/>
          </a:xfrm>
          <a:prstGeom prst="rect">
            <a:avLst/>
          </a:prstGeom>
          <a:noFill/>
          <a:ln/>
        </p:spPr>
        <p:txBody>
          <a:bodyPr wrap="square" lIns="0" tIns="0" rIns="0" bIns="0" rtlCol="0" anchor="ctr"/>
          <a:lstStyle/>
          <a:p>
            <a:pPr algn="ctr" indent="0" marL="0">
              <a:buNone/>
            </a:pPr>
            <a:r>
              <a:rPr lang="en-US" sz="1600" i="1" dirty="0">
                <a:solidFill>
                  <a:schemeClr val="accent1"/>
                </a:solidFill>
              </a:rPr>
              <a:t>생각나는 것을 자유롭게 말해 볼까요?</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드론이란?</a:t>
            </a:r>
            <a:endParaRPr lang="en-US" sz="3400" dirty="0"/>
          </a:p>
        </p:txBody>
      </p:sp>
      <p:pic>
        <p:nvPicPr>
          <p:cNvPr id="3" name="수벌과 드론 사진" descr="꿀벌 옆을 나는 작은 드론">    </p:cNvPr>
          <p:cNvPicPr>
            <a:picLocks noChangeAspect="1"/>
          </p:cNvPicPr>
          <p:nvPr/>
        </p:nvPicPr>
        <p:blipFill>
          <a:blip r:embed="rId1"/>
          <a:stretch>
            <a:fillRect/>
          </a:stretch>
        </p:blipFill>
        <p:spPr>
          <a:xfrm>
            <a:off x="548640" y="1371600"/>
            <a:ext cx="5120640" cy="3840480"/>
          </a:xfrm>
          <a:prstGeom prst="rect">
            <a:avLst/>
          </a:prstGeom>
          <a:effectLst>
            <a:outerShdw sx="100000" sy="100000" kx="0" ky="0" algn="bl" rotWithShape="0" blurRad="101600" dist="25400" dir="5400000">
              <a:srgbClr val="0B1F3A">
                <a:alpha val="18000"/>
              </a:srgbClr>
            </a:outerShdw>
          </a:effectLst>
        </p:spPr>
      </p:pic>
      <p:sp>
        <p:nvSpPr>
          <p:cNvPr id="4" name="이름 이야기 배경"/>
          <p:cNvSpPr/>
          <p:nvPr/>
        </p:nvSpPr>
        <p:spPr>
          <a:xfrm>
            <a:off x="548640" y="5349240"/>
            <a:ext cx="5120640" cy="868680"/>
          </a:xfrm>
          <a:prstGeom prst="roundRect">
            <a:avLst>
              <a:gd name="adj" fmla="val 15789"/>
            </a:avLst>
          </a:prstGeom>
          <a:solidFill>
            <a:schemeClr val="bg2"/>
          </a:solidFill>
          <a:ln/>
        </p:spPr>
      </p:sp>
      <p:sp>
        <p:nvSpPr>
          <p:cNvPr id="5" name="이름 이야기"/>
          <p:cNvSpPr txBox="1"/>
          <p:nvPr/>
        </p:nvSpPr>
        <p:spPr>
          <a:xfrm>
            <a:off x="777240" y="5394960"/>
            <a:ext cx="4754880" cy="777240"/>
          </a:xfrm>
          <a:prstGeom prst="rect">
            <a:avLst/>
          </a:prstGeom>
          <a:noFill/>
          <a:ln/>
        </p:spPr>
        <p:txBody>
          <a:bodyPr wrap="square" lIns="0" tIns="0" rIns="0" bIns="0" rtlCol="0" anchor="ctr"/>
          <a:lstStyle/>
          <a:p>
            <a:pPr indent="0" marL="0">
              <a:buNone/>
            </a:pPr>
            <a:r>
              <a:rPr lang="en-US" sz="1600" b="1" dirty="0">
                <a:solidFill>
                  <a:schemeClr val="tx2"/>
                </a:solidFill>
              </a:rPr>
              <a:t>drone = 영어로 '수벌'</a:t>
            </a:r>
            <a:endParaRPr lang="en-US" sz="1600" dirty="0"/>
          </a:p>
          <a:p>
            <a:pPr indent="0" marL="0">
              <a:buNone/>
            </a:pPr>
            <a:r>
              <a:rPr lang="en-US" sz="1300" dirty="0">
                <a:solidFill>
                  <a:schemeClr val="tx1"/>
                </a:solidFill>
              </a:rPr>
              <a:t>날 때 나는 '웅웅~' 소리가 벌과 닮았어요</a:t>
            </a:r>
            <a:endParaRPr lang="en-US" sz="1600" dirty="0"/>
          </a:p>
        </p:txBody>
      </p:sp>
      <p:sp>
        <p:nvSpPr>
          <p:cNvPr id="6" name="정의 카드"/>
          <p:cNvSpPr/>
          <p:nvPr/>
        </p:nvSpPr>
        <p:spPr>
          <a:xfrm>
            <a:off x="6126480" y="1371600"/>
            <a:ext cx="5486400" cy="2240280"/>
          </a:xfrm>
          <a:prstGeom prst="roundRect">
            <a:avLst>
              <a:gd name="adj" fmla="val 8163"/>
            </a:avLst>
          </a:prstGeom>
          <a:solidFill>
            <a:schemeClr val="tx2"/>
          </a:solidFill>
          <a:ln/>
          <a:effectLst>
            <a:outerShdw sx="100000" sy="100000" kx="0" ky="0" algn="bl" rotWithShape="0" blurRad="101600" dist="25400" dir="5400000">
              <a:srgbClr val="0B1F3A">
                <a:alpha val="18000"/>
              </a:srgbClr>
            </a:outerShdw>
          </a:effectLst>
        </p:spPr>
      </p:sp>
      <p:sp>
        <p:nvSpPr>
          <p:cNvPr id="7" name="정의 라벨"/>
          <p:cNvSpPr txBox="1"/>
          <p:nvPr/>
        </p:nvSpPr>
        <p:spPr>
          <a:xfrm>
            <a:off x="6492240" y="1600200"/>
            <a:ext cx="2743200" cy="365760"/>
          </a:xfrm>
          <a:prstGeom prst="rect">
            <a:avLst/>
          </a:prstGeom>
          <a:noFill/>
          <a:ln/>
        </p:spPr>
        <p:txBody>
          <a:bodyPr wrap="square" lIns="0" tIns="0" rIns="0" bIns="0" rtlCol="0" anchor="ctr"/>
          <a:lstStyle/>
          <a:p>
            <a:pPr indent="0" marL="0">
              <a:buNone/>
            </a:pPr>
            <a:r>
              <a:rPr lang="en-US" sz="1500" b="1" dirty="0">
                <a:solidFill>
                  <a:schemeClr val="accent1"/>
                </a:solidFill>
              </a:rPr>
              <a:t>드론의 뜻</a:t>
            </a:r>
            <a:endParaRPr lang="en-US" sz="1500" dirty="0"/>
          </a:p>
        </p:txBody>
      </p:sp>
      <p:sp>
        <p:nvSpPr>
          <p:cNvPr id="8" name="정의"/>
          <p:cNvSpPr txBox="1"/>
          <p:nvPr/>
        </p:nvSpPr>
        <p:spPr>
          <a:xfrm>
            <a:off x="6492240" y="2011680"/>
            <a:ext cx="4937760" cy="1371600"/>
          </a:xfrm>
          <a:prstGeom prst="rect">
            <a:avLst/>
          </a:prstGeom>
          <a:noFill/>
          <a:ln/>
        </p:spPr>
        <p:txBody>
          <a:bodyPr wrap="square" lIns="0" tIns="0" rIns="0" bIns="0" rtlCol="0" anchor="ctr"/>
          <a:lstStyle/>
          <a:p>
            <a:pPr indent="0" marL="0">
              <a:buNone/>
            </a:pPr>
            <a:r>
              <a:rPr lang="en-US" sz="3000" b="1" dirty="0">
                <a:solidFill>
                  <a:schemeClr val="bg1"/>
                </a:solidFill>
              </a:rPr>
              <a:t>사람이 타지 않고</a:t>
            </a:r>
            <a:endParaRPr lang="en-US" sz="3000" dirty="0"/>
          </a:p>
          <a:p>
            <a:pPr indent="0" marL="0">
              <a:buNone/>
            </a:pPr>
            <a:r>
              <a:rPr lang="en-US" sz="3000" b="1" dirty="0">
                <a:solidFill>
                  <a:schemeClr val="bg1"/>
                </a:solidFill>
              </a:rPr>
              <a:t>하늘을 나는 비행체</a:t>
            </a:r>
            <a:endParaRPr lang="en-US" sz="3000" dirty="0"/>
          </a:p>
        </p:txBody>
      </p:sp>
      <p:sp>
        <p:nvSpPr>
          <p:cNvPr id="9" name="멀리서 조종해요 카드"/>
          <p:cNvSpPr/>
          <p:nvPr/>
        </p:nvSpPr>
        <p:spPr>
          <a:xfrm>
            <a:off x="6126480" y="3840480"/>
            <a:ext cx="2651760" cy="1234440"/>
          </a:xfrm>
          <a:prstGeom prst="roundRect">
            <a:avLst>
              <a:gd name="adj" fmla="val 14815"/>
            </a:avLst>
          </a:prstGeom>
          <a:solidFill>
            <a:schemeClr val="bg2"/>
          </a:solidFill>
          <a:ln/>
        </p:spPr>
      </p:sp>
      <p:sp>
        <p:nvSpPr>
          <p:cNvPr id="10" name="멀리서 조종해요 원"/>
          <p:cNvSpPr/>
          <p:nvPr/>
        </p:nvSpPr>
        <p:spPr>
          <a:xfrm>
            <a:off x="6309360" y="4114800"/>
            <a:ext cx="685800" cy="685800"/>
          </a:xfrm>
          <a:prstGeom prst="ellipse">
            <a:avLst/>
          </a:prstGeom>
          <a:solidFill>
            <a:schemeClr val="accent2"/>
          </a:solidFill>
          <a:ln/>
        </p:spPr>
      </p:sp>
      <p:pic>
        <p:nvPicPr>
          <p:cNvPr id="11" name="멀리서 조종해요 아이콘" descr="멀리서 조종해요">    </p:cNvPr>
          <p:cNvPicPr>
            <a:picLocks noChangeAspect="1"/>
          </p:cNvPicPr>
          <p:nvPr/>
        </p:nvPicPr>
        <p:blipFill>
          <a:blip r:embed="rId2"/>
          <a:stretch>
            <a:fillRect/>
          </a:stretch>
        </p:blipFill>
        <p:spPr>
          <a:xfrm>
            <a:off x="6480810" y="4286250"/>
            <a:ext cx="342900" cy="342900"/>
          </a:xfrm>
          <a:prstGeom prst="rect">
            <a:avLst/>
          </a:prstGeom>
        </p:spPr>
      </p:pic>
      <p:sp>
        <p:nvSpPr>
          <p:cNvPr id="12" name="멀리서 조종해요"/>
          <p:cNvSpPr txBox="1"/>
          <p:nvPr/>
        </p:nvSpPr>
        <p:spPr>
          <a:xfrm>
            <a:off x="7132320" y="3931920"/>
            <a:ext cx="1554480" cy="1051560"/>
          </a:xfrm>
          <a:prstGeom prst="rect">
            <a:avLst/>
          </a:prstGeom>
          <a:noFill/>
          <a:ln/>
        </p:spPr>
        <p:txBody>
          <a:bodyPr wrap="square" lIns="0" tIns="0" rIns="0" bIns="0" rtlCol="0" anchor="ctr"/>
          <a:lstStyle/>
          <a:p>
            <a:pPr indent="0" marL="0">
              <a:buNone/>
            </a:pPr>
            <a:r>
              <a:rPr lang="en-US" sz="1500" b="1" dirty="0">
                <a:solidFill>
                  <a:schemeClr val="tx2"/>
                </a:solidFill>
              </a:rPr>
              <a:t>멀리서 조종해요</a:t>
            </a:r>
            <a:endParaRPr lang="en-US" sz="1500" dirty="0"/>
          </a:p>
          <a:p>
            <a:pPr indent="0" marL="0">
              <a:buNone/>
            </a:pPr>
            <a:r>
              <a:rPr lang="en-US" sz="1200" dirty="0">
                <a:solidFill>
                  <a:schemeClr val="tx1"/>
                </a:solidFill>
              </a:rPr>
              <a:t>사람이 리모컨으로</a:t>
            </a:r>
            <a:endParaRPr lang="en-US" sz="1500" dirty="0"/>
          </a:p>
        </p:txBody>
      </p:sp>
      <p:sp>
        <p:nvSpPr>
          <p:cNvPr id="13" name="스스로 날아요 카드"/>
          <p:cNvSpPr/>
          <p:nvPr/>
        </p:nvSpPr>
        <p:spPr>
          <a:xfrm>
            <a:off x="8961120" y="3840480"/>
            <a:ext cx="2651760" cy="1234440"/>
          </a:xfrm>
          <a:prstGeom prst="roundRect">
            <a:avLst>
              <a:gd name="adj" fmla="val 14815"/>
            </a:avLst>
          </a:prstGeom>
          <a:solidFill>
            <a:schemeClr val="bg2"/>
          </a:solidFill>
          <a:ln/>
        </p:spPr>
      </p:sp>
      <p:sp>
        <p:nvSpPr>
          <p:cNvPr id="14" name="스스로 날아요 원"/>
          <p:cNvSpPr/>
          <p:nvPr/>
        </p:nvSpPr>
        <p:spPr>
          <a:xfrm>
            <a:off x="9144000" y="4114800"/>
            <a:ext cx="685800" cy="685800"/>
          </a:xfrm>
          <a:prstGeom prst="ellipse">
            <a:avLst/>
          </a:prstGeom>
          <a:solidFill>
            <a:schemeClr val="accent1"/>
          </a:solidFill>
          <a:ln/>
        </p:spPr>
      </p:sp>
      <p:pic>
        <p:nvPicPr>
          <p:cNvPr id="15" name="스스로 날아요 아이콘" descr="스스로 날아요">    </p:cNvPr>
          <p:cNvPicPr>
            <a:picLocks noChangeAspect="1"/>
          </p:cNvPicPr>
          <p:nvPr/>
        </p:nvPicPr>
        <p:blipFill>
          <a:blip r:embed="rId3"/>
          <a:stretch>
            <a:fillRect/>
          </a:stretch>
        </p:blipFill>
        <p:spPr>
          <a:xfrm>
            <a:off x="9315450" y="4286250"/>
            <a:ext cx="342900" cy="342900"/>
          </a:xfrm>
          <a:prstGeom prst="rect">
            <a:avLst/>
          </a:prstGeom>
        </p:spPr>
      </p:pic>
      <p:sp>
        <p:nvSpPr>
          <p:cNvPr id="16" name="스스로 날아요"/>
          <p:cNvSpPr txBox="1"/>
          <p:nvPr/>
        </p:nvSpPr>
        <p:spPr>
          <a:xfrm>
            <a:off x="9966960" y="3931920"/>
            <a:ext cx="1554480" cy="1051560"/>
          </a:xfrm>
          <a:prstGeom prst="rect">
            <a:avLst/>
          </a:prstGeom>
          <a:noFill/>
          <a:ln/>
        </p:spPr>
        <p:txBody>
          <a:bodyPr wrap="square" lIns="0" tIns="0" rIns="0" bIns="0" rtlCol="0" anchor="ctr"/>
          <a:lstStyle/>
          <a:p>
            <a:pPr indent="0" marL="0">
              <a:buNone/>
            </a:pPr>
            <a:r>
              <a:rPr lang="en-US" sz="1500" b="1" dirty="0">
                <a:solidFill>
                  <a:schemeClr val="tx2"/>
                </a:solidFill>
              </a:rPr>
              <a:t>스스로 날아요</a:t>
            </a:r>
            <a:endParaRPr lang="en-US" sz="1500" dirty="0"/>
          </a:p>
          <a:p>
            <a:pPr indent="0" marL="0">
              <a:buNone/>
            </a:pPr>
            <a:r>
              <a:rPr lang="en-US" sz="1200" dirty="0">
                <a:solidFill>
                  <a:schemeClr val="tx1"/>
                </a:solidFill>
              </a:rPr>
              <a:t>코드와 센서로</a:t>
            </a:r>
            <a:endParaRPr lang="en-US" sz="1500" dirty="0"/>
          </a:p>
        </p:txBody>
      </p:sp>
      <p:sp>
        <p:nvSpPr>
          <p:cNvPr id="17" name="법 한 줄"/>
          <p:cNvSpPr txBox="1"/>
          <p:nvPr/>
        </p:nvSpPr>
        <p:spPr>
          <a:xfrm>
            <a:off x="6126480" y="5349240"/>
            <a:ext cx="5486400" cy="868680"/>
          </a:xfrm>
          <a:prstGeom prst="rect">
            <a:avLst/>
          </a:prstGeom>
          <a:noFill/>
          <a:ln/>
        </p:spPr>
        <p:txBody>
          <a:bodyPr wrap="square" lIns="0" tIns="0" rIns="0" bIns="0" rtlCol="0" anchor="ctr"/>
          <a:lstStyle/>
          <a:p>
            <a:pPr indent="0" marL="0">
              <a:buNone/>
            </a:pPr>
            <a:r>
              <a:rPr lang="en-US" sz="1300" i="1" dirty="0">
                <a:solidFill>
                  <a:schemeClr val="accent6"/>
                </a:solidFill>
              </a:rPr>
              <a:t>우리나라 법에서도 드론을 '조종하는 사람이 타지 않고 나는 비행체'라고 정해 두었어요.</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드론의 몸 살펴보기</a:t>
            </a:r>
            <a:endParaRPr lang="en-US" sz="3400" dirty="0"/>
          </a:p>
        </p:txBody>
      </p:sp>
      <p:sp>
        <p:nvSpPr>
          <p:cNvPr id="3" name="드론 사진 배경"/>
          <p:cNvSpPr/>
          <p:nvPr/>
        </p:nvSpPr>
        <p:spPr>
          <a:xfrm>
            <a:off x="4315968" y="1325880"/>
            <a:ext cx="3566160" cy="3474720"/>
          </a:xfrm>
          <a:prstGeom prst="roundRect">
            <a:avLst>
              <a:gd name="adj" fmla="val 6579"/>
            </a:avLst>
          </a:prstGeom>
          <a:solidFill>
            <a:srgbClr val="1C252C"/>
          </a:solidFill>
          <a:ln/>
          <a:effectLst>
            <a:outerShdw sx="100000" sy="100000" kx="0" ky="0" algn="bl" rotWithShape="0" blurRad="101600" dist="25400" dir="5400000">
              <a:srgbClr val="0B1F3A">
                <a:alpha val="18000"/>
              </a:srgbClr>
            </a:outerShdw>
          </a:effectLst>
        </p:spPr>
      </p:sp>
      <p:pic>
        <p:nvPicPr>
          <p:cNvPr id="4" name="이글 드론 위에서 본 모습" descr="주황색 몸체의 이글 교육용 드론을 위에서 본 모습">    </p:cNvPr>
          <p:cNvPicPr>
            <a:picLocks noChangeAspect="1"/>
          </p:cNvPicPr>
          <p:nvPr/>
        </p:nvPicPr>
        <p:blipFill>
          <a:blip r:embed="rId1"/>
          <a:stretch>
            <a:fillRect/>
          </a:stretch>
        </p:blipFill>
        <p:spPr>
          <a:xfrm>
            <a:off x="4480560" y="1463040"/>
            <a:ext cx="3236976" cy="3108960"/>
          </a:xfrm>
          <a:prstGeom prst="rect">
            <a:avLst/>
          </a:prstGeom>
        </p:spPr>
      </p:pic>
      <p:sp>
        <p:nvSpPr>
          <p:cNvPr id="5" name="프로펠러·모터 카드"/>
          <p:cNvSpPr/>
          <p:nvPr/>
        </p:nvSpPr>
        <p:spPr>
          <a:xfrm>
            <a:off x="548640" y="1325880"/>
            <a:ext cx="3456432" cy="1645920"/>
          </a:xfrm>
          <a:prstGeom prst="roundRect">
            <a:avLst>
              <a:gd name="adj" fmla="val 11111"/>
            </a:avLst>
          </a:prstGeom>
          <a:solidFill>
            <a:schemeClr val="bg2"/>
          </a:solidFill>
          <a:ln/>
        </p:spPr>
      </p:sp>
      <p:sp>
        <p:nvSpPr>
          <p:cNvPr id="6" name="프로펠러·모터 원"/>
          <p:cNvSpPr/>
          <p:nvPr/>
        </p:nvSpPr>
        <p:spPr>
          <a:xfrm>
            <a:off x="777240" y="1600200"/>
            <a:ext cx="731520" cy="731520"/>
          </a:xfrm>
          <a:prstGeom prst="ellipse">
            <a:avLst/>
          </a:prstGeom>
          <a:solidFill>
            <a:schemeClr val="accent2"/>
          </a:solidFill>
          <a:ln/>
        </p:spPr>
      </p:sp>
      <p:pic>
        <p:nvPicPr>
          <p:cNvPr id="7" name="프로펠러·모터 아이콘" descr="프로펠러·모터">    </p:cNvPr>
          <p:cNvPicPr>
            <a:picLocks noChangeAspect="1"/>
          </p:cNvPicPr>
          <p:nvPr/>
        </p:nvPicPr>
        <p:blipFill>
          <a:blip r:embed="rId2"/>
          <a:stretch>
            <a:fillRect/>
          </a:stretch>
        </p:blipFill>
        <p:spPr>
          <a:xfrm>
            <a:off x="960120" y="1783080"/>
            <a:ext cx="365760" cy="365760"/>
          </a:xfrm>
          <a:prstGeom prst="rect">
            <a:avLst/>
          </a:prstGeom>
        </p:spPr>
      </p:pic>
      <p:sp>
        <p:nvSpPr>
          <p:cNvPr id="8" name="프로펠러·모터 이름"/>
          <p:cNvSpPr txBox="1"/>
          <p:nvPr/>
        </p:nvSpPr>
        <p:spPr>
          <a:xfrm>
            <a:off x="1691640" y="15270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프로펠러·모터</a:t>
            </a:r>
            <a:endParaRPr lang="en-US" sz="1800" dirty="0"/>
          </a:p>
        </p:txBody>
      </p:sp>
      <p:sp>
        <p:nvSpPr>
          <p:cNvPr id="9" name="프로펠러·모터 비유"/>
          <p:cNvSpPr txBox="1"/>
          <p:nvPr/>
        </p:nvSpPr>
        <p:spPr>
          <a:xfrm>
            <a:off x="1691640" y="19659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2"/>
                </a:solidFill>
              </a:rPr>
              <a:t>날개</a:t>
            </a:r>
            <a:endParaRPr lang="en-US" sz="1400" dirty="0"/>
          </a:p>
        </p:txBody>
      </p:sp>
      <p:sp>
        <p:nvSpPr>
          <p:cNvPr id="10" name="프로펠러·모터 역할"/>
          <p:cNvSpPr txBox="1"/>
          <p:nvPr/>
        </p:nvSpPr>
        <p:spPr>
          <a:xfrm>
            <a:off x="1691640" y="23500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바람을 일으켜 날게 해요</a:t>
            </a:r>
            <a:endParaRPr lang="en-US" sz="1200" dirty="0"/>
          </a:p>
        </p:txBody>
      </p:sp>
      <p:sp>
        <p:nvSpPr>
          <p:cNvPr id="11" name="배터리 카드"/>
          <p:cNvSpPr/>
          <p:nvPr/>
        </p:nvSpPr>
        <p:spPr>
          <a:xfrm>
            <a:off x="548640" y="3154680"/>
            <a:ext cx="3456432" cy="1645920"/>
          </a:xfrm>
          <a:prstGeom prst="roundRect">
            <a:avLst>
              <a:gd name="adj" fmla="val 11111"/>
            </a:avLst>
          </a:prstGeom>
          <a:solidFill>
            <a:schemeClr val="bg2"/>
          </a:solidFill>
          <a:ln/>
        </p:spPr>
      </p:sp>
      <p:sp>
        <p:nvSpPr>
          <p:cNvPr id="12" name="배터리 원"/>
          <p:cNvSpPr/>
          <p:nvPr/>
        </p:nvSpPr>
        <p:spPr>
          <a:xfrm>
            <a:off x="777240" y="3429000"/>
            <a:ext cx="731520" cy="731520"/>
          </a:xfrm>
          <a:prstGeom prst="ellipse">
            <a:avLst/>
          </a:prstGeom>
          <a:solidFill>
            <a:schemeClr val="accent3"/>
          </a:solidFill>
          <a:ln/>
        </p:spPr>
      </p:sp>
      <p:pic>
        <p:nvPicPr>
          <p:cNvPr id="13" name="배터리 아이콘" descr="배터리">    </p:cNvPr>
          <p:cNvPicPr>
            <a:picLocks noChangeAspect="1"/>
          </p:cNvPicPr>
          <p:nvPr/>
        </p:nvPicPr>
        <p:blipFill>
          <a:blip r:embed="rId3"/>
          <a:stretch>
            <a:fillRect/>
          </a:stretch>
        </p:blipFill>
        <p:spPr>
          <a:xfrm>
            <a:off x="960120" y="3611880"/>
            <a:ext cx="365760" cy="365760"/>
          </a:xfrm>
          <a:prstGeom prst="rect">
            <a:avLst/>
          </a:prstGeom>
        </p:spPr>
      </p:pic>
      <p:sp>
        <p:nvSpPr>
          <p:cNvPr id="14" name="배터리 이름"/>
          <p:cNvSpPr txBox="1"/>
          <p:nvPr/>
        </p:nvSpPr>
        <p:spPr>
          <a:xfrm>
            <a:off x="1691640" y="33558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배터리</a:t>
            </a:r>
            <a:endParaRPr lang="en-US" sz="1800" dirty="0"/>
          </a:p>
        </p:txBody>
      </p:sp>
      <p:sp>
        <p:nvSpPr>
          <p:cNvPr id="15" name="배터리 비유"/>
          <p:cNvSpPr txBox="1"/>
          <p:nvPr/>
        </p:nvSpPr>
        <p:spPr>
          <a:xfrm>
            <a:off x="1691640" y="37947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3"/>
                </a:solidFill>
              </a:rPr>
              <a:t>심장</a:t>
            </a:r>
            <a:endParaRPr lang="en-US" sz="1400" dirty="0"/>
          </a:p>
        </p:txBody>
      </p:sp>
      <p:sp>
        <p:nvSpPr>
          <p:cNvPr id="16" name="배터리 역할"/>
          <p:cNvSpPr txBox="1"/>
          <p:nvPr/>
        </p:nvSpPr>
        <p:spPr>
          <a:xfrm>
            <a:off x="1691640" y="41788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날 수 있는 힘을 줘요</a:t>
            </a:r>
            <a:endParaRPr lang="en-US" sz="1200" dirty="0"/>
          </a:p>
        </p:txBody>
      </p:sp>
      <p:sp>
        <p:nvSpPr>
          <p:cNvPr id="17" name="비행 제어기 카드"/>
          <p:cNvSpPr/>
          <p:nvPr/>
        </p:nvSpPr>
        <p:spPr>
          <a:xfrm>
            <a:off x="8183880" y="1325880"/>
            <a:ext cx="3456432" cy="1645920"/>
          </a:xfrm>
          <a:prstGeom prst="roundRect">
            <a:avLst>
              <a:gd name="adj" fmla="val 11111"/>
            </a:avLst>
          </a:prstGeom>
          <a:solidFill>
            <a:schemeClr val="bg2"/>
          </a:solidFill>
          <a:ln/>
        </p:spPr>
      </p:sp>
      <p:sp>
        <p:nvSpPr>
          <p:cNvPr id="18" name="비행 제어기 원"/>
          <p:cNvSpPr/>
          <p:nvPr/>
        </p:nvSpPr>
        <p:spPr>
          <a:xfrm>
            <a:off x="8412480" y="1600200"/>
            <a:ext cx="731520" cy="731520"/>
          </a:xfrm>
          <a:prstGeom prst="ellipse">
            <a:avLst/>
          </a:prstGeom>
          <a:solidFill>
            <a:schemeClr val="accent1"/>
          </a:solidFill>
          <a:ln/>
        </p:spPr>
      </p:sp>
      <p:pic>
        <p:nvPicPr>
          <p:cNvPr id="19" name="비행 제어기 아이콘" descr="비행 제어기">    </p:cNvPr>
          <p:cNvPicPr>
            <a:picLocks noChangeAspect="1"/>
          </p:cNvPicPr>
          <p:nvPr/>
        </p:nvPicPr>
        <p:blipFill>
          <a:blip r:embed="rId4"/>
          <a:stretch>
            <a:fillRect/>
          </a:stretch>
        </p:blipFill>
        <p:spPr>
          <a:xfrm>
            <a:off x="8595360" y="1783080"/>
            <a:ext cx="365760" cy="365760"/>
          </a:xfrm>
          <a:prstGeom prst="rect">
            <a:avLst/>
          </a:prstGeom>
        </p:spPr>
      </p:pic>
      <p:sp>
        <p:nvSpPr>
          <p:cNvPr id="20" name="비행 제어기 이름"/>
          <p:cNvSpPr txBox="1"/>
          <p:nvPr/>
        </p:nvSpPr>
        <p:spPr>
          <a:xfrm>
            <a:off x="9326880" y="15270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비행 제어기</a:t>
            </a:r>
            <a:endParaRPr lang="en-US" sz="1800" dirty="0"/>
          </a:p>
        </p:txBody>
      </p:sp>
      <p:sp>
        <p:nvSpPr>
          <p:cNvPr id="21" name="비행 제어기 비유"/>
          <p:cNvSpPr txBox="1"/>
          <p:nvPr/>
        </p:nvSpPr>
        <p:spPr>
          <a:xfrm>
            <a:off x="9326880" y="19659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1"/>
                </a:solidFill>
              </a:rPr>
              <a:t>두뇌</a:t>
            </a:r>
            <a:endParaRPr lang="en-US" sz="1400" dirty="0"/>
          </a:p>
        </p:txBody>
      </p:sp>
      <p:sp>
        <p:nvSpPr>
          <p:cNvPr id="22" name="비행 제어기 역할"/>
          <p:cNvSpPr txBox="1"/>
          <p:nvPr/>
        </p:nvSpPr>
        <p:spPr>
          <a:xfrm>
            <a:off x="9326880" y="23500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계산하고 명령해요</a:t>
            </a:r>
            <a:endParaRPr lang="en-US" sz="1200" dirty="0"/>
          </a:p>
        </p:txBody>
      </p:sp>
      <p:sp>
        <p:nvSpPr>
          <p:cNvPr id="23" name="센서 카드"/>
          <p:cNvSpPr/>
          <p:nvPr/>
        </p:nvSpPr>
        <p:spPr>
          <a:xfrm>
            <a:off x="8183880" y="3154680"/>
            <a:ext cx="3456432" cy="1645920"/>
          </a:xfrm>
          <a:prstGeom prst="roundRect">
            <a:avLst>
              <a:gd name="adj" fmla="val 11111"/>
            </a:avLst>
          </a:prstGeom>
          <a:solidFill>
            <a:schemeClr val="bg2"/>
          </a:solidFill>
          <a:ln/>
        </p:spPr>
      </p:sp>
      <p:sp>
        <p:nvSpPr>
          <p:cNvPr id="24" name="센서 원"/>
          <p:cNvSpPr/>
          <p:nvPr/>
        </p:nvSpPr>
        <p:spPr>
          <a:xfrm>
            <a:off x="8412480" y="3429000"/>
            <a:ext cx="731520" cy="731520"/>
          </a:xfrm>
          <a:prstGeom prst="ellipse">
            <a:avLst/>
          </a:prstGeom>
          <a:solidFill>
            <a:schemeClr val="accent5"/>
          </a:solidFill>
          <a:ln/>
        </p:spPr>
      </p:sp>
      <p:pic>
        <p:nvPicPr>
          <p:cNvPr id="25" name="센서 아이콘" descr="센서">    </p:cNvPr>
          <p:cNvPicPr>
            <a:picLocks noChangeAspect="1"/>
          </p:cNvPicPr>
          <p:nvPr/>
        </p:nvPicPr>
        <p:blipFill>
          <a:blip r:embed="rId5"/>
          <a:stretch>
            <a:fillRect/>
          </a:stretch>
        </p:blipFill>
        <p:spPr>
          <a:xfrm>
            <a:off x="8595360" y="3611880"/>
            <a:ext cx="365760" cy="365760"/>
          </a:xfrm>
          <a:prstGeom prst="rect">
            <a:avLst/>
          </a:prstGeom>
        </p:spPr>
      </p:pic>
      <p:sp>
        <p:nvSpPr>
          <p:cNvPr id="26" name="센서 이름"/>
          <p:cNvSpPr txBox="1"/>
          <p:nvPr/>
        </p:nvSpPr>
        <p:spPr>
          <a:xfrm>
            <a:off x="9326880" y="3355848"/>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센서</a:t>
            </a:r>
            <a:endParaRPr lang="en-US" sz="1800" dirty="0"/>
          </a:p>
        </p:txBody>
      </p:sp>
      <p:sp>
        <p:nvSpPr>
          <p:cNvPr id="27" name="센서 비유"/>
          <p:cNvSpPr txBox="1"/>
          <p:nvPr/>
        </p:nvSpPr>
        <p:spPr>
          <a:xfrm>
            <a:off x="9326880" y="3794760"/>
            <a:ext cx="2194560" cy="365760"/>
          </a:xfrm>
          <a:prstGeom prst="rect">
            <a:avLst/>
          </a:prstGeom>
          <a:noFill/>
          <a:ln/>
        </p:spPr>
        <p:txBody>
          <a:bodyPr wrap="square" lIns="0" tIns="0" rIns="0" bIns="0" rtlCol="0" anchor="ctr"/>
          <a:lstStyle/>
          <a:p>
            <a:pPr indent="0" marL="0">
              <a:buNone/>
            </a:pPr>
            <a:r>
              <a:rPr lang="en-US" sz="1400" dirty="0">
                <a:solidFill>
                  <a:schemeClr val="tx1"/>
                </a:solidFill>
              </a:rPr>
              <a:t>사람으로 치면 </a:t>
            </a:r>
            <a:pPr indent="0" marL="0">
              <a:buNone/>
            </a:pPr>
            <a:r>
              <a:rPr lang="en-US" sz="1400" b="1" dirty="0">
                <a:solidFill>
                  <a:schemeClr val="accent5"/>
                </a:solidFill>
              </a:rPr>
              <a:t>눈·귀</a:t>
            </a:r>
            <a:endParaRPr lang="en-US" sz="1400" dirty="0"/>
          </a:p>
        </p:txBody>
      </p:sp>
      <p:sp>
        <p:nvSpPr>
          <p:cNvPr id="28" name="센서 역할"/>
          <p:cNvSpPr txBox="1"/>
          <p:nvPr/>
        </p:nvSpPr>
        <p:spPr>
          <a:xfrm>
            <a:off x="9326880" y="4178808"/>
            <a:ext cx="2240280" cy="365760"/>
          </a:xfrm>
          <a:prstGeom prst="rect">
            <a:avLst/>
          </a:prstGeom>
          <a:noFill/>
          <a:ln/>
        </p:spPr>
        <p:txBody>
          <a:bodyPr wrap="square" lIns="0" tIns="0" rIns="0" bIns="0" rtlCol="0" anchor="ctr"/>
          <a:lstStyle/>
          <a:p>
            <a:pPr indent="0" marL="0">
              <a:buNone/>
            </a:pPr>
            <a:r>
              <a:rPr lang="en-US" sz="1200" dirty="0">
                <a:solidFill>
                  <a:schemeClr val="accent6"/>
                </a:solidFill>
              </a:rPr>
              <a:t>주변을 느껴요</a:t>
            </a:r>
            <a:endParaRPr lang="en-US" sz="1200" dirty="0"/>
          </a:p>
        </p:txBody>
      </p:sp>
      <p:sp>
        <p:nvSpPr>
          <p:cNvPr id="29" name="핵심 문장 배경"/>
          <p:cNvSpPr/>
          <p:nvPr/>
        </p:nvSpPr>
        <p:spPr>
          <a:xfrm>
            <a:off x="548640" y="5120640"/>
            <a:ext cx="11064240" cy="960120"/>
          </a:xfrm>
          <a:prstGeom prst="roundRect">
            <a:avLst>
              <a:gd name="adj" fmla="val 19048"/>
            </a:avLst>
          </a:prstGeom>
          <a:solidFill>
            <a:schemeClr val="tx2"/>
          </a:solidFill>
          <a:ln/>
        </p:spPr>
      </p:sp>
      <p:sp>
        <p:nvSpPr>
          <p:cNvPr id="30" name="핵심 문장"/>
          <p:cNvSpPr txBox="1"/>
          <p:nvPr/>
        </p:nvSpPr>
        <p:spPr>
          <a:xfrm>
            <a:off x="822960" y="5120640"/>
            <a:ext cx="10515600" cy="960120"/>
          </a:xfrm>
          <a:prstGeom prst="rect">
            <a:avLst/>
          </a:prstGeom>
          <a:noFill/>
          <a:ln/>
        </p:spPr>
        <p:txBody>
          <a:bodyPr wrap="square" lIns="0" tIns="0" rIns="0" bIns="0" rtlCol="0" anchor="ctr"/>
          <a:lstStyle/>
          <a:p>
            <a:pPr algn="ctr" indent="0" marL="0">
              <a:buNone/>
            </a:pPr>
            <a:r>
              <a:rPr lang="en-US" sz="2000" b="1" dirty="0">
                <a:solidFill>
                  <a:schemeClr val="bg1"/>
                </a:solidFill>
              </a:rPr>
              <a:t>눈(센서)과 두뇌(비행 제어기)가 있으니,  드론은 </a:t>
            </a:r>
            <a:pPr algn="ctr" indent="0" marL="0">
              <a:buNone/>
            </a:pPr>
            <a:r>
              <a:rPr lang="en-US" sz="2000" b="1" dirty="0">
                <a:solidFill>
                  <a:schemeClr val="accent1"/>
                </a:solidFill>
              </a:rPr>
              <a:t>하늘을 나는 컴퓨터</a:t>
            </a:r>
            <a:pPr algn="ctr" indent="0" marL="0">
              <a:buNone/>
            </a:pPr>
            <a:r>
              <a:rPr lang="en-US" sz="2000" b="1" dirty="0">
                <a:solidFill>
                  <a:schemeClr val="bg1"/>
                </a:solidFill>
              </a:rPr>
              <a:t>예요!</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드론은 어디서 일할까?</a:t>
            </a:r>
            <a:endParaRPr lang="en-US" sz="3400" dirty="0"/>
          </a:p>
        </p:txBody>
      </p:sp>
      <p:sp>
        <p:nvSpPr>
          <p:cNvPr id="3" name="농업 카드"/>
          <p:cNvSpPr/>
          <p:nvPr/>
        </p:nvSpPr>
        <p:spPr>
          <a:xfrm>
            <a:off x="548640" y="1280160"/>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4" name="농업 사진" descr="농업 분야에서 일하는 드론">    </p:cNvPr>
          <p:cNvPicPr>
            <a:picLocks noChangeAspect="1"/>
          </p:cNvPicPr>
          <p:nvPr/>
        </p:nvPicPr>
        <p:blipFill>
          <a:blip r:embed="rId1"/>
          <a:stretch>
            <a:fillRect/>
          </a:stretch>
        </p:blipFill>
        <p:spPr>
          <a:xfrm>
            <a:off x="548640" y="1280160"/>
            <a:ext cx="3502152" cy="1481328"/>
          </a:xfrm>
          <a:prstGeom prst="rect">
            <a:avLst/>
          </a:prstGeom>
        </p:spPr>
      </p:pic>
      <p:sp>
        <p:nvSpPr>
          <p:cNvPr id="5" name="농업 원"/>
          <p:cNvSpPr/>
          <p:nvPr/>
        </p:nvSpPr>
        <p:spPr>
          <a:xfrm>
            <a:off x="713232" y="2871216"/>
            <a:ext cx="384048" cy="384048"/>
          </a:xfrm>
          <a:prstGeom prst="ellipse">
            <a:avLst/>
          </a:prstGeom>
          <a:solidFill>
            <a:schemeClr val="accent3"/>
          </a:solidFill>
          <a:ln/>
        </p:spPr>
      </p:sp>
      <p:pic>
        <p:nvPicPr>
          <p:cNvPr id="6" name="농업 아이콘" descr="농업">    </p:cNvPr>
          <p:cNvPicPr>
            <a:picLocks noChangeAspect="1"/>
          </p:cNvPicPr>
          <p:nvPr/>
        </p:nvPicPr>
        <p:blipFill>
          <a:blip r:embed="rId2"/>
          <a:stretch>
            <a:fillRect/>
          </a:stretch>
        </p:blipFill>
        <p:spPr>
          <a:xfrm>
            <a:off x="809244" y="2967228"/>
            <a:ext cx="192024" cy="192024"/>
          </a:xfrm>
          <a:prstGeom prst="rect">
            <a:avLst/>
          </a:prstGeom>
        </p:spPr>
      </p:pic>
      <p:sp>
        <p:nvSpPr>
          <p:cNvPr id="7" name="농업 이름"/>
          <p:cNvSpPr txBox="1"/>
          <p:nvPr/>
        </p:nvSpPr>
        <p:spPr>
          <a:xfrm>
            <a:off x="1207008" y="2834640"/>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농업</a:t>
            </a:r>
            <a:endParaRPr lang="en-US" sz="1500" dirty="0"/>
          </a:p>
        </p:txBody>
      </p:sp>
      <p:sp>
        <p:nvSpPr>
          <p:cNvPr id="8" name="농업 설명"/>
          <p:cNvSpPr txBox="1"/>
          <p:nvPr/>
        </p:nvSpPr>
        <p:spPr>
          <a:xfrm>
            <a:off x="1207008" y="3090672"/>
            <a:ext cx="2724912" cy="246888"/>
          </a:xfrm>
          <a:prstGeom prst="rect">
            <a:avLst/>
          </a:prstGeom>
          <a:noFill/>
          <a:ln/>
        </p:spPr>
        <p:txBody>
          <a:bodyPr wrap="square" lIns="0" tIns="0" rIns="0" bIns="0" rtlCol="0" anchor="ctr"/>
          <a:lstStyle/>
          <a:p>
            <a:pPr indent="0" marL="0">
              <a:buNone/>
            </a:pPr>
            <a:r>
              <a:rPr lang="en-US" sz="1200" dirty="0">
                <a:solidFill>
                  <a:schemeClr val="tx1"/>
                </a:solidFill>
              </a:rPr>
              <a:t>넓은 논밭에 농약·비료 뿌리기</a:t>
            </a:r>
            <a:endParaRPr lang="en-US" sz="1200" dirty="0"/>
          </a:p>
        </p:txBody>
      </p:sp>
      <p:sp>
        <p:nvSpPr>
          <p:cNvPr id="9" name="배송 카드"/>
          <p:cNvSpPr/>
          <p:nvPr/>
        </p:nvSpPr>
        <p:spPr>
          <a:xfrm>
            <a:off x="4325112" y="1280160"/>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10" name="배송 사진" descr="배송 분야에서 일하는 드론">    </p:cNvPr>
          <p:cNvPicPr>
            <a:picLocks noChangeAspect="1"/>
          </p:cNvPicPr>
          <p:nvPr/>
        </p:nvPicPr>
        <p:blipFill>
          <a:blip r:embed="rId3"/>
          <a:stretch>
            <a:fillRect/>
          </a:stretch>
        </p:blipFill>
        <p:spPr>
          <a:xfrm>
            <a:off x="4325112" y="1280160"/>
            <a:ext cx="3502152" cy="1481328"/>
          </a:xfrm>
          <a:prstGeom prst="rect">
            <a:avLst/>
          </a:prstGeom>
        </p:spPr>
      </p:pic>
      <p:sp>
        <p:nvSpPr>
          <p:cNvPr id="11" name="배송 원"/>
          <p:cNvSpPr/>
          <p:nvPr/>
        </p:nvSpPr>
        <p:spPr>
          <a:xfrm>
            <a:off x="4489704" y="2871216"/>
            <a:ext cx="384048" cy="384048"/>
          </a:xfrm>
          <a:prstGeom prst="ellipse">
            <a:avLst/>
          </a:prstGeom>
          <a:solidFill>
            <a:schemeClr val="accent1"/>
          </a:solidFill>
          <a:ln/>
        </p:spPr>
      </p:sp>
      <p:pic>
        <p:nvPicPr>
          <p:cNvPr id="12" name="배송 아이콘" descr="배송">    </p:cNvPr>
          <p:cNvPicPr>
            <a:picLocks noChangeAspect="1"/>
          </p:cNvPicPr>
          <p:nvPr/>
        </p:nvPicPr>
        <p:blipFill>
          <a:blip r:embed="rId4"/>
          <a:stretch>
            <a:fillRect/>
          </a:stretch>
        </p:blipFill>
        <p:spPr>
          <a:xfrm>
            <a:off x="4585716" y="2967228"/>
            <a:ext cx="192024" cy="192024"/>
          </a:xfrm>
          <a:prstGeom prst="rect">
            <a:avLst/>
          </a:prstGeom>
        </p:spPr>
      </p:pic>
      <p:sp>
        <p:nvSpPr>
          <p:cNvPr id="13" name="배송 이름"/>
          <p:cNvSpPr txBox="1"/>
          <p:nvPr/>
        </p:nvSpPr>
        <p:spPr>
          <a:xfrm>
            <a:off x="4983480" y="2834640"/>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배송</a:t>
            </a:r>
            <a:endParaRPr lang="en-US" sz="1500" dirty="0"/>
          </a:p>
        </p:txBody>
      </p:sp>
      <p:sp>
        <p:nvSpPr>
          <p:cNvPr id="14" name="배송 설명"/>
          <p:cNvSpPr txBox="1"/>
          <p:nvPr/>
        </p:nvSpPr>
        <p:spPr>
          <a:xfrm>
            <a:off x="4983480" y="3090672"/>
            <a:ext cx="2724912" cy="246888"/>
          </a:xfrm>
          <a:prstGeom prst="rect">
            <a:avLst/>
          </a:prstGeom>
          <a:noFill/>
          <a:ln/>
        </p:spPr>
        <p:txBody>
          <a:bodyPr wrap="square" lIns="0" tIns="0" rIns="0" bIns="0" rtlCol="0" anchor="ctr"/>
          <a:lstStyle/>
          <a:p>
            <a:pPr indent="0" marL="0">
              <a:buNone/>
            </a:pPr>
            <a:r>
              <a:rPr lang="en-US" sz="1200" dirty="0">
                <a:solidFill>
                  <a:schemeClr val="tx1"/>
                </a:solidFill>
              </a:rPr>
              <a:t>섬·산골 마을에 물건 배달</a:t>
            </a:r>
            <a:endParaRPr lang="en-US" sz="1200" dirty="0"/>
          </a:p>
        </p:txBody>
      </p:sp>
      <p:sp>
        <p:nvSpPr>
          <p:cNvPr id="15" name="구조 카드"/>
          <p:cNvSpPr/>
          <p:nvPr/>
        </p:nvSpPr>
        <p:spPr>
          <a:xfrm>
            <a:off x="8101584" y="1280160"/>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16" name="구조 사진" descr="구조 분야에서 일하는 드론">    </p:cNvPr>
          <p:cNvPicPr>
            <a:picLocks noChangeAspect="1"/>
          </p:cNvPicPr>
          <p:nvPr/>
        </p:nvPicPr>
        <p:blipFill>
          <a:blip r:embed="rId5"/>
          <a:stretch>
            <a:fillRect/>
          </a:stretch>
        </p:blipFill>
        <p:spPr>
          <a:xfrm>
            <a:off x="8101584" y="1280160"/>
            <a:ext cx="3502152" cy="1481328"/>
          </a:xfrm>
          <a:prstGeom prst="rect">
            <a:avLst/>
          </a:prstGeom>
        </p:spPr>
      </p:pic>
      <p:sp>
        <p:nvSpPr>
          <p:cNvPr id="17" name="구조 원"/>
          <p:cNvSpPr/>
          <p:nvPr/>
        </p:nvSpPr>
        <p:spPr>
          <a:xfrm>
            <a:off x="8266176" y="2871216"/>
            <a:ext cx="384048" cy="384048"/>
          </a:xfrm>
          <a:prstGeom prst="ellipse">
            <a:avLst/>
          </a:prstGeom>
          <a:solidFill>
            <a:srgbClr val="E5484D"/>
          </a:solidFill>
          <a:ln/>
        </p:spPr>
      </p:sp>
      <p:pic>
        <p:nvPicPr>
          <p:cNvPr id="18" name="구조 아이콘" descr="구조">    </p:cNvPr>
          <p:cNvPicPr>
            <a:picLocks noChangeAspect="1"/>
          </p:cNvPicPr>
          <p:nvPr/>
        </p:nvPicPr>
        <p:blipFill>
          <a:blip r:embed="rId6"/>
          <a:stretch>
            <a:fillRect/>
          </a:stretch>
        </p:blipFill>
        <p:spPr>
          <a:xfrm>
            <a:off x="8362188" y="2967228"/>
            <a:ext cx="192024" cy="192024"/>
          </a:xfrm>
          <a:prstGeom prst="rect">
            <a:avLst/>
          </a:prstGeom>
        </p:spPr>
      </p:pic>
      <p:sp>
        <p:nvSpPr>
          <p:cNvPr id="19" name="구조 이름"/>
          <p:cNvSpPr txBox="1"/>
          <p:nvPr/>
        </p:nvSpPr>
        <p:spPr>
          <a:xfrm>
            <a:off x="8759952" y="2834640"/>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구조</a:t>
            </a:r>
            <a:endParaRPr lang="en-US" sz="1500" dirty="0"/>
          </a:p>
        </p:txBody>
      </p:sp>
      <p:sp>
        <p:nvSpPr>
          <p:cNvPr id="20" name="구조 설명"/>
          <p:cNvSpPr txBox="1"/>
          <p:nvPr/>
        </p:nvSpPr>
        <p:spPr>
          <a:xfrm>
            <a:off x="8759952" y="3090672"/>
            <a:ext cx="2724912" cy="246888"/>
          </a:xfrm>
          <a:prstGeom prst="rect">
            <a:avLst/>
          </a:prstGeom>
          <a:noFill/>
          <a:ln/>
        </p:spPr>
        <p:txBody>
          <a:bodyPr wrap="square" lIns="0" tIns="0" rIns="0" bIns="0" rtlCol="0" anchor="ctr"/>
          <a:lstStyle/>
          <a:p>
            <a:pPr indent="0" marL="0">
              <a:buNone/>
            </a:pPr>
            <a:r>
              <a:rPr lang="en-US" sz="1200" dirty="0">
                <a:solidFill>
                  <a:schemeClr val="tx1"/>
                </a:solidFill>
              </a:rPr>
              <a:t>길 잃은 사람 찾기, 불난 곳 살피기</a:t>
            </a:r>
            <a:endParaRPr lang="en-US" sz="1200" dirty="0"/>
          </a:p>
        </p:txBody>
      </p:sp>
      <p:sp>
        <p:nvSpPr>
          <p:cNvPr id="21" name="점검 카드"/>
          <p:cNvSpPr/>
          <p:nvPr/>
        </p:nvSpPr>
        <p:spPr>
          <a:xfrm>
            <a:off x="548640" y="3557016"/>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22" name="점검 사진" descr="점검 분야에서 일하는 드론">    </p:cNvPr>
          <p:cNvPicPr>
            <a:picLocks noChangeAspect="1"/>
          </p:cNvPicPr>
          <p:nvPr/>
        </p:nvPicPr>
        <p:blipFill>
          <a:blip r:embed="rId7"/>
          <a:stretch>
            <a:fillRect/>
          </a:stretch>
        </p:blipFill>
        <p:spPr>
          <a:xfrm>
            <a:off x="548640" y="3557016"/>
            <a:ext cx="3502152" cy="1481328"/>
          </a:xfrm>
          <a:prstGeom prst="rect">
            <a:avLst/>
          </a:prstGeom>
        </p:spPr>
      </p:pic>
      <p:sp>
        <p:nvSpPr>
          <p:cNvPr id="23" name="점검 원"/>
          <p:cNvSpPr/>
          <p:nvPr/>
        </p:nvSpPr>
        <p:spPr>
          <a:xfrm>
            <a:off x="713232" y="5148072"/>
            <a:ext cx="384048" cy="384048"/>
          </a:xfrm>
          <a:prstGeom prst="ellipse">
            <a:avLst/>
          </a:prstGeom>
          <a:solidFill>
            <a:schemeClr val="accent2"/>
          </a:solidFill>
          <a:ln/>
        </p:spPr>
      </p:sp>
      <p:pic>
        <p:nvPicPr>
          <p:cNvPr id="24" name="점검 아이콘" descr="점검">    </p:cNvPr>
          <p:cNvPicPr>
            <a:picLocks noChangeAspect="1"/>
          </p:cNvPicPr>
          <p:nvPr/>
        </p:nvPicPr>
        <p:blipFill>
          <a:blip r:embed="rId8"/>
          <a:stretch>
            <a:fillRect/>
          </a:stretch>
        </p:blipFill>
        <p:spPr>
          <a:xfrm>
            <a:off x="809244" y="5244084"/>
            <a:ext cx="192024" cy="192024"/>
          </a:xfrm>
          <a:prstGeom prst="rect">
            <a:avLst/>
          </a:prstGeom>
        </p:spPr>
      </p:pic>
      <p:sp>
        <p:nvSpPr>
          <p:cNvPr id="25" name="점검 이름"/>
          <p:cNvSpPr txBox="1"/>
          <p:nvPr/>
        </p:nvSpPr>
        <p:spPr>
          <a:xfrm>
            <a:off x="1207008" y="5111496"/>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점검</a:t>
            </a:r>
            <a:endParaRPr lang="en-US" sz="1500" dirty="0"/>
          </a:p>
        </p:txBody>
      </p:sp>
      <p:sp>
        <p:nvSpPr>
          <p:cNvPr id="26" name="점검 설명"/>
          <p:cNvSpPr txBox="1"/>
          <p:nvPr/>
        </p:nvSpPr>
        <p:spPr>
          <a:xfrm>
            <a:off x="1207008" y="5367528"/>
            <a:ext cx="2724912" cy="246888"/>
          </a:xfrm>
          <a:prstGeom prst="rect">
            <a:avLst/>
          </a:prstGeom>
          <a:noFill/>
          <a:ln/>
        </p:spPr>
        <p:txBody>
          <a:bodyPr wrap="square" lIns="0" tIns="0" rIns="0" bIns="0" rtlCol="0" anchor="ctr"/>
          <a:lstStyle/>
          <a:p>
            <a:pPr indent="0" marL="0">
              <a:buNone/>
            </a:pPr>
            <a:r>
              <a:rPr lang="en-US" sz="1200" dirty="0">
                <a:solidFill>
                  <a:schemeClr val="tx1"/>
                </a:solidFill>
              </a:rPr>
              <a:t>높은 다리·송전탑 살피기</a:t>
            </a:r>
            <a:endParaRPr lang="en-US" sz="1200" dirty="0"/>
          </a:p>
        </p:txBody>
      </p:sp>
      <p:sp>
        <p:nvSpPr>
          <p:cNvPr id="27" name="촬영·공연 카드"/>
          <p:cNvSpPr/>
          <p:nvPr/>
        </p:nvSpPr>
        <p:spPr>
          <a:xfrm>
            <a:off x="4325112" y="3557016"/>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28" name="촬영·공연 사진" descr="촬영·공연 분야에서 일하는 드론">    </p:cNvPr>
          <p:cNvPicPr>
            <a:picLocks noChangeAspect="1"/>
          </p:cNvPicPr>
          <p:nvPr/>
        </p:nvPicPr>
        <p:blipFill>
          <a:blip r:embed="rId9"/>
          <a:stretch>
            <a:fillRect/>
          </a:stretch>
        </p:blipFill>
        <p:spPr>
          <a:xfrm>
            <a:off x="4325112" y="3557016"/>
            <a:ext cx="3502152" cy="1481328"/>
          </a:xfrm>
          <a:prstGeom prst="rect">
            <a:avLst/>
          </a:prstGeom>
        </p:spPr>
      </p:pic>
      <p:sp>
        <p:nvSpPr>
          <p:cNvPr id="29" name="촬영·공연 원"/>
          <p:cNvSpPr/>
          <p:nvPr/>
        </p:nvSpPr>
        <p:spPr>
          <a:xfrm>
            <a:off x="4489704" y="5148072"/>
            <a:ext cx="384048" cy="384048"/>
          </a:xfrm>
          <a:prstGeom prst="ellipse">
            <a:avLst/>
          </a:prstGeom>
          <a:solidFill>
            <a:schemeClr val="accent5"/>
          </a:solidFill>
          <a:ln/>
        </p:spPr>
      </p:sp>
      <p:pic>
        <p:nvPicPr>
          <p:cNvPr id="30" name="촬영·공연 아이콘" descr="촬영·공연">    </p:cNvPr>
          <p:cNvPicPr>
            <a:picLocks noChangeAspect="1"/>
          </p:cNvPicPr>
          <p:nvPr/>
        </p:nvPicPr>
        <p:blipFill>
          <a:blip r:embed="rId10"/>
          <a:stretch>
            <a:fillRect/>
          </a:stretch>
        </p:blipFill>
        <p:spPr>
          <a:xfrm>
            <a:off x="4585716" y="5244084"/>
            <a:ext cx="192024" cy="192024"/>
          </a:xfrm>
          <a:prstGeom prst="rect">
            <a:avLst/>
          </a:prstGeom>
        </p:spPr>
      </p:pic>
      <p:sp>
        <p:nvSpPr>
          <p:cNvPr id="31" name="촬영·공연 이름"/>
          <p:cNvSpPr txBox="1"/>
          <p:nvPr/>
        </p:nvSpPr>
        <p:spPr>
          <a:xfrm>
            <a:off x="4983480" y="5111496"/>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촬영·공연</a:t>
            </a:r>
            <a:endParaRPr lang="en-US" sz="1500" dirty="0"/>
          </a:p>
        </p:txBody>
      </p:sp>
      <p:sp>
        <p:nvSpPr>
          <p:cNvPr id="32" name="촬영·공연 설명"/>
          <p:cNvSpPr txBox="1"/>
          <p:nvPr/>
        </p:nvSpPr>
        <p:spPr>
          <a:xfrm>
            <a:off x="4983480" y="5367528"/>
            <a:ext cx="2724912" cy="246888"/>
          </a:xfrm>
          <a:prstGeom prst="rect">
            <a:avLst/>
          </a:prstGeom>
          <a:noFill/>
          <a:ln/>
        </p:spPr>
        <p:txBody>
          <a:bodyPr wrap="square" lIns="0" tIns="0" rIns="0" bIns="0" rtlCol="0" anchor="ctr"/>
          <a:lstStyle/>
          <a:p>
            <a:pPr indent="0" marL="0">
              <a:buNone/>
            </a:pPr>
            <a:r>
              <a:rPr lang="en-US" sz="1200" dirty="0">
                <a:solidFill>
                  <a:schemeClr val="tx1"/>
                </a:solidFill>
              </a:rPr>
              <a:t>영화 촬영, 밤하늘 드론 쇼</a:t>
            </a:r>
            <a:endParaRPr lang="en-US" sz="1200" dirty="0"/>
          </a:p>
        </p:txBody>
      </p:sp>
      <p:sp>
        <p:nvSpPr>
          <p:cNvPr id="33" name="미래 교통 카드"/>
          <p:cNvSpPr/>
          <p:nvPr/>
        </p:nvSpPr>
        <p:spPr>
          <a:xfrm>
            <a:off x="8101584" y="3557016"/>
            <a:ext cx="3502152" cy="2075688"/>
          </a:xfrm>
          <a:prstGeom prst="rect">
            <a:avLst/>
          </a:prstGeom>
          <a:solidFill>
            <a:schemeClr val="bg2"/>
          </a:solidFill>
          <a:ln/>
          <a:effectLst>
            <a:outerShdw sx="100000" sy="100000" kx="0" ky="0" algn="bl" rotWithShape="0" blurRad="101600" dist="25400" dir="5400000">
              <a:srgbClr val="0B1F3A">
                <a:alpha val="18000"/>
              </a:srgbClr>
            </a:outerShdw>
          </a:effectLst>
        </p:spPr>
      </p:sp>
      <p:pic>
        <p:nvPicPr>
          <p:cNvPr id="34" name="미래 교통 사진" descr="미래 교통 분야에서 일하는 드론">    </p:cNvPr>
          <p:cNvPicPr>
            <a:picLocks noChangeAspect="1"/>
          </p:cNvPicPr>
          <p:nvPr/>
        </p:nvPicPr>
        <p:blipFill>
          <a:blip r:embed="rId11"/>
          <a:stretch>
            <a:fillRect/>
          </a:stretch>
        </p:blipFill>
        <p:spPr>
          <a:xfrm>
            <a:off x="8101584" y="3557016"/>
            <a:ext cx="3502152" cy="1481328"/>
          </a:xfrm>
          <a:prstGeom prst="rect">
            <a:avLst/>
          </a:prstGeom>
        </p:spPr>
      </p:pic>
      <p:sp>
        <p:nvSpPr>
          <p:cNvPr id="35" name="미래 교통 원"/>
          <p:cNvSpPr/>
          <p:nvPr/>
        </p:nvSpPr>
        <p:spPr>
          <a:xfrm>
            <a:off x="8266176" y="5148072"/>
            <a:ext cx="384048" cy="384048"/>
          </a:xfrm>
          <a:prstGeom prst="ellipse">
            <a:avLst/>
          </a:prstGeom>
          <a:solidFill>
            <a:schemeClr val="tx2"/>
          </a:solidFill>
          <a:ln/>
        </p:spPr>
      </p:sp>
      <p:pic>
        <p:nvPicPr>
          <p:cNvPr id="36" name="미래 교통 아이콘" descr="미래 교통">    </p:cNvPr>
          <p:cNvPicPr>
            <a:picLocks noChangeAspect="1"/>
          </p:cNvPicPr>
          <p:nvPr/>
        </p:nvPicPr>
        <p:blipFill>
          <a:blip r:embed="rId12"/>
          <a:stretch>
            <a:fillRect/>
          </a:stretch>
        </p:blipFill>
        <p:spPr>
          <a:xfrm>
            <a:off x="8362188" y="5244084"/>
            <a:ext cx="192024" cy="192024"/>
          </a:xfrm>
          <a:prstGeom prst="rect">
            <a:avLst/>
          </a:prstGeom>
        </p:spPr>
      </p:pic>
      <p:sp>
        <p:nvSpPr>
          <p:cNvPr id="37" name="미래 교통 이름"/>
          <p:cNvSpPr txBox="1"/>
          <p:nvPr/>
        </p:nvSpPr>
        <p:spPr>
          <a:xfrm>
            <a:off x="8759952" y="5111496"/>
            <a:ext cx="2724912" cy="274320"/>
          </a:xfrm>
          <a:prstGeom prst="rect">
            <a:avLst/>
          </a:prstGeom>
          <a:noFill/>
          <a:ln/>
        </p:spPr>
        <p:txBody>
          <a:bodyPr wrap="square" lIns="0" tIns="0" rIns="0" bIns="0" rtlCol="0" anchor="ctr"/>
          <a:lstStyle/>
          <a:p>
            <a:pPr indent="0" marL="0">
              <a:buNone/>
            </a:pPr>
            <a:r>
              <a:rPr lang="en-US" sz="1500" b="1" dirty="0">
                <a:solidFill>
                  <a:schemeClr val="tx2"/>
                </a:solidFill>
              </a:rPr>
              <a:t>미래 교통</a:t>
            </a:r>
            <a:endParaRPr lang="en-US" sz="1500" dirty="0"/>
          </a:p>
        </p:txBody>
      </p:sp>
      <p:sp>
        <p:nvSpPr>
          <p:cNvPr id="38" name="미래 교통 설명"/>
          <p:cNvSpPr txBox="1"/>
          <p:nvPr/>
        </p:nvSpPr>
        <p:spPr>
          <a:xfrm>
            <a:off x="8759952" y="5367528"/>
            <a:ext cx="2724912" cy="246888"/>
          </a:xfrm>
          <a:prstGeom prst="rect">
            <a:avLst/>
          </a:prstGeom>
          <a:noFill/>
          <a:ln/>
        </p:spPr>
        <p:txBody>
          <a:bodyPr wrap="square" lIns="0" tIns="0" rIns="0" bIns="0" rtlCol="0" anchor="ctr"/>
          <a:lstStyle/>
          <a:p>
            <a:pPr indent="0" marL="0">
              <a:buNone/>
            </a:pPr>
            <a:r>
              <a:rPr lang="en-US" sz="1200" dirty="0">
                <a:solidFill>
                  <a:schemeClr val="tx1"/>
                </a:solidFill>
              </a:rPr>
              <a:t>사람을 태우는 하늘 택시</a:t>
            </a:r>
            <a:endParaRPr lang="en-US" sz="1200" dirty="0"/>
          </a:p>
        </p:txBody>
      </p:sp>
      <p:sp>
        <p:nvSpPr>
          <p:cNvPr id="39" name="공통점"/>
          <p:cNvSpPr txBox="1"/>
          <p:nvPr/>
        </p:nvSpPr>
        <p:spPr>
          <a:xfrm>
            <a:off x="548640" y="5788152"/>
            <a:ext cx="11064240" cy="457200"/>
          </a:xfrm>
          <a:prstGeom prst="rect">
            <a:avLst/>
          </a:prstGeom>
          <a:noFill/>
          <a:ln/>
        </p:spPr>
        <p:txBody>
          <a:bodyPr wrap="square" lIns="0" tIns="0" rIns="0" bIns="0" rtlCol="0" anchor="ctr"/>
          <a:lstStyle/>
          <a:p>
            <a:pPr algn="ctr" indent="0" marL="0">
              <a:buNone/>
            </a:pPr>
            <a:r>
              <a:rPr lang="en-US" sz="1800" b="1" dirty="0">
                <a:solidFill>
                  <a:schemeClr val="accent1"/>
                </a:solidFill>
              </a:rPr>
              <a:t>공통점  </a:t>
            </a:r>
            <a:pPr algn="ctr" indent="0" marL="0">
              <a:buNone/>
            </a:pPr>
            <a:r>
              <a:rPr lang="en-US" sz="1800" b="1" dirty="0">
                <a:solidFill>
                  <a:schemeClr val="tx2"/>
                </a:solidFill>
              </a:rPr>
              <a:t>위험하거나 · 멀거나 · 사람이 하기 힘든 일을 대신해요</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왜 드론을 배워야 할까?</a:t>
            </a:r>
            <a:endParaRPr lang="en-US" sz="3400" dirty="0"/>
          </a:p>
        </p:txBody>
      </p:sp>
      <p:sp>
        <p:nvSpPr>
          <p:cNvPr id="3" name="조종 드론 카드"/>
          <p:cNvSpPr/>
          <p:nvPr/>
        </p:nvSpPr>
        <p:spPr>
          <a:xfrm>
            <a:off x="548640" y="1325880"/>
            <a:ext cx="4572000" cy="1417320"/>
          </a:xfrm>
          <a:prstGeom prst="roundRect">
            <a:avLst>
              <a:gd name="adj" fmla="val 12903"/>
            </a:avLst>
          </a:prstGeom>
          <a:solidFill>
            <a:schemeClr val="bg2"/>
          </a:solidFill>
          <a:ln/>
        </p:spPr>
      </p:sp>
      <p:sp>
        <p:nvSpPr>
          <p:cNvPr id="4" name="조종 드론 원"/>
          <p:cNvSpPr/>
          <p:nvPr/>
        </p:nvSpPr>
        <p:spPr>
          <a:xfrm>
            <a:off x="822960" y="1645920"/>
            <a:ext cx="777240" cy="777240"/>
          </a:xfrm>
          <a:prstGeom prst="ellipse">
            <a:avLst/>
          </a:prstGeom>
          <a:solidFill>
            <a:schemeClr val="accent6"/>
          </a:solidFill>
          <a:ln/>
        </p:spPr>
      </p:sp>
      <p:pic>
        <p:nvPicPr>
          <p:cNvPr id="5" name="조종 드론 아이콘" descr="조종 드론">    </p:cNvPr>
          <p:cNvPicPr>
            <a:picLocks noChangeAspect="1"/>
          </p:cNvPicPr>
          <p:nvPr/>
        </p:nvPicPr>
        <p:blipFill>
          <a:blip r:embed="rId1"/>
          <a:stretch>
            <a:fillRect/>
          </a:stretch>
        </p:blipFill>
        <p:spPr>
          <a:xfrm>
            <a:off x="1017270" y="1840230"/>
            <a:ext cx="388620" cy="388620"/>
          </a:xfrm>
          <a:prstGeom prst="rect">
            <a:avLst/>
          </a:prstGeom>
        </p:spPr>
      </p:pic>
      <p:sp>
        <p:nvSpPr>
          <p:cNvPr id="6" name="조종 드론"/>
          <p:cNvSpPr txBox="1"/>
          <p:nvPr/>
        </p:nvSpPr>
        <p:spPr>
          <a:xfrm>
            <a:off x="1828800" y="1417320"/>
            <a:ext cx="3154680" cy="1234440"/>
          </a:xfrm>
          <a:prstGeom prst="rect">
            <a:avLst/>
          </a:prstGeom>
          <a:noFill/>
          <a:ln/>
        </p:spPr>
        <p:txBody>
          <a:bodyPr wrap="square" lIns="0" tIns="0" rIns="0" bIns="0" rtlCol="0" anchor="ctr"/>
          <a:lstStyle/>
          <a:p>
            <a:pPr indent="0" marL="0">
              <a:buNone/>
            </a:pPr>
            <a:r>
              <a:rPr lang="en-US" sz="1800" b="1" dirty="0">
                <a:solidFill>
                  <a:schemeClr val="tx2"/>
                </a:solidFill>
              </a:rPr>
              <a:t>사람이 조종하는 드론</a:t>
            </a:r>
            <a:endParaRPr lang="en-US" sz="1800" dirty="0"/>
          </a:p>
          <a:p>
            <a:pPr indent="0" marL="0">
              <a:buNone/>
            </a:pPr>
            <a:r>
              <a:rPr lang="en-US" sz="1300" dirty="0">
                <a:solidFill>
                  <a:schemeClr val="tx1"/>
                </a:solidFill>
              </a:rPr>
              <a:t>리모컨으로 하나하나 움직여요</a:t>
            </a:r>
            <a:endParaRPr lang="en-US" sz="1800" dirty="0"/>
          </a:p>
        </p:txBody>
      </p:sp>
      <p:pic>
        <p:nvPicPr>
          <p:cNvPr id="7" name="진화 화살표" descr="오른쪽 화살표">    </p:cNvPr>
          <p:cNvPicPr>
            <a:picLocks noChangeAspect="1"/>
          </p:cNvPicPr>
          <p:nvPr/>
        </p:nvPicPr>
        <p:blipFill>
          <a:blip r:embed="rId2"/>
          <a:stretch>
            <a:fillRect/>
          </a:stretch>
        </p:blipFill>
        <p:spPr>
          <a:xfrm>
            <a:off x="5733288" y="1709928"/>
            <a:ext cx="685800" cy="685800"/>
          </a:xfrm>
          <a:prstGeom prst="rect">
            <a:avLst/>
          </a:prstGeom>
        </p:spPr>
      </p:pic>
      <p:sp>
        <p:nvSpPr>
          <p:cNvPr id="8" name="생각하는 드론 카드"/>
          <p:cNvSpPr/>
          <p:nvPr/>
        </p:nvSpPr>
        <p:spPr>
          <a:xfrm>
            <a:off x="7040880" y="1325880"/>
            <a:ext cx="4572000" cy="1417320"/>
          </a:xfrm>
          <a:prstGeom prst="roundRect">
            <a:avLst>
              <a:gd name="adj" fmla="val 12903"/>
            </a:avLst>
          </a:prstGeom>
          <a:solidFill>
            <a:schemeClr val="tx2"/>
          </a:solidFill>
          <a:ln/>
          <a:effectLst>
            <a:outerShdw sx="100000" sy="100000" kx="0" ky="0" algn="bl" rotWithShape="0" blurRad="101600" dist="25400" dir="5400000">
              <a:srgbClr val="0B1F3A">
                <a:alpha val="18000"/>
              </a:srgbClr>
            </a:outerShdw>
          </a:effectLst>
        </p:spPr>
      </p:sp>
      <p:sp>
        <p:nvSpPr>
          <p:cNvPr id="9" name="생각하는 드론 원"/>
          <p:cNvSpPr/>
          <p:nvPr/>
        </p:nvSpPr>
        <p:spPr>
          <a:xfrm>
            <a:off x="7315200" y="1645920"/>
            <a:ext cx="777240" cy="777240"/>
          </a:xfrm>
          <a:prstGeom prst="ellipse">
            <a:avLst/>
          </a:prstGeom>
          <a:solidFill>
            <a:schemeClr val="accent1"/>
          </a:solidFill>
          <a:ln/>
        </p:spPr>
      </p:sp>
      <p:pic>
        <p:nvPicPr>
          <p:cNvPr id="10" name="생각하는 드론 아이콘" descr="생각하는 드론">    </p:cNvPr>
          <p:cNvPicPr>
            <a:picLocks noChangeAspect="1"/>
          </p:cNvPicPr>
          <p:nvPr/>
        </p:nvPicPr>
        <p:blipFill>
          <a:blip r:embed="rId3"/>
          <a:stretch>
            <a:fillRect/>
          </a:stretch>
        </p:blipFill>
        <p:spPr>
          <a:xfrm>
            <a:off x="7509510" y="1840230"/>
            <a:ext cx="388620" cy="388620"/>
          </a:xfrm>
          <a:prstGeom prst="rect">
            <a:avLst/>
          </a:prstGeom>
        </p:spPr>
      </p:pic>
      <p:sp>
        <p:nvSpPr>
          <p:cNvPr id="11" name="생각하는 드론"/>
          <p:cNvSpPr txBox="1"/>
          <p:nvPr/>
        </p:nvSpPr>
        <p:spPr>
          <a:xfrm>
            <a:off x="8321040" y="1417320"/>
            <a:ext cx="3200400" cy="1234440"/>
          </a:xfrm>
          <a:prstGeom prst="rect">
            <a:avLst/>
          </a:prstGeom>
          <a:noFill/>
          <a:ln/>
        </p:spPr>
        <p:txBody>
          <a:bodyPr wrap="square" lIns="0" tIns="0" rIns="0" bIns="0" rtlCol="0" anchor="ctr"/>
          <a:lstStyle/>
          <a:p>
            <a:pPr indent="0" marL="0">
              <a:buNone/>
            </a:pPr>
            <a:r>
              <a:rPr lang="en-US" sz="1800" b="1" dirty="0">
                <a:solidFill>
                  <a:schemeClr val="bg1"/>
                </a:solidFill>
              </a:rPr>
              <a:t>스스로 생각하는 드론</a:t>
            </a:r>
            <a:endParaRPr lang="en-US" sz="1800" dirty="0"/>
          </a:p>
          <a:p>
            <a:pPr indent="0" marL="0">
              <a:buNone/>
            </a:pPr>
            <a:r>
              <a:rPr lang="en-US" sz="1300" dirty="0">
                <a:solidFill>
                  <a:schemeClr val="bg2"/>
                </a:solidFill>
              </a:rPr>
              <a:t>장애물을 피하고 길을 찾아요</a:t>
            </a:r>
            <a:endParaRPr lang="en-US" sz="1800" dirty="0"/>
          </a:p>
        </p:txBody>
      </p:sp>
      <p:sp>
        <p:nvSpPr>
          <p:cNvPr id="12" name="AI 문장"/>
          <p:cNvSpPr txBox="1"/>
          <p:nvPr/>
        </p:nvSpPr>
        <p:spPr>
          <a:xfrm>
            <a:off x="548640" y="2880360"/>
            <a:ext cx="11064240" cy="457200"/>
          </a:xfrm>
          <a:prstGeom prst="rect">
            <a:avLst/>
          </a:prstGeom>
          <a:noFill/>
          <a:ln/>
        </p:spPr>
        <p:txBody>
          <a:bodyPr wrap="square" lIns="0" tIns="0" rIns="0" bIns="0" rtlCol="0" anchor="ctr"/>
          <a:lstStyle/>
          <a:p>
            <a:pPr algn="ctr" indent="0" marL="0">
              <a:buNone/>
            </a:pPr>
            <a:r>
              <a:rPr lang="en-US" sz="1800" b="1" dirty="0">
                <a:solidFill>
                  <a:schemeClr val="tx2"/>
                </a:solidFill>
              </a:rPr>
              <a:t>드론이 생각하게 만드는 것 = </a:t>
            </a:r>
            <a:pPr algn="ctr" indent="0" marL="0">
              <a:buNone/>
            </a:pPr>
            <a:r>
              <a:rPr lang="en-US" sz="1800" b="1" dirty="0">
                <a:solidFill>
                  <a:schemeClr val="accent1"/>
                </a:solidFill>
              </a:rPr>
              <a:t>AI와 코딩</a:t>
            </a:r>
            <a:endParaRPr lang="en-US" sz="1800" dirty="0"/>
          </a:p>
        </p:txBody>
      </p:sp>
      <p:sp>
        <p:nvSpPr>
          <p:cNvPr id="13" name="눈으로 보는 AI 카드"/>
          <p:cNvSpPr/>
          <p:nvPr/>
        </p:nvSpPr>
        <p:spPr>
          <a:xfrm>
            <a:off x="548640" y="3520440"/>
            <a:ext cx="3502152" cy="2011680"/>
          </a:xfrm>
          <a:prstGeom prst="roundRect">
            <a:avLst>
              <a:gd name="adj" fmla="val 9091"/>
            </a:avLst>
          </a:prstGeom>
          <a:solidFill>
            <a:schemeClr val="bg1"/>
          </a:solidFill>
          <a:ln w="12700">
            <a:solidFill>
              <a:srgbClr val="D9E3EE"/>
            </a:solidFill>
            <a:prstDash val="solid"/>
          </a:ln>
          <a:effectLst>
            <a:outerShdw sx="100000" sy="100000" kx="0" ky="0" algn="bl" rotWithShape="0" blurRad="101600" dist="25400" dir="5400000">
              <a:srgbClr val="0B1F3A">
                <a:alpha val="18000"/>
              </a:srgbClr>
            </a:outerShdw>
          </a:effectLst>
        </p:spPr>
      </p:sp>
      <p:sp>
        <p:nvSpPr>
          <p:cNvPr id="14" name="눈으로 보는 AI 원"/>
          <p:cNvSpPr/>
          <p:nvPr/>
        </p:nvSpPr>
        <p:spPr>
          <a:xfrm>
            <a:off x="822960" y="3749040"/>
            <a:ext cx="731520" cy="731520"/>
          </a:xfrm>
          <a:prstGeom prst="ellipse">
            <a:avLst/>
          </a:prstGeom>
          <a:solidFill>
            <a:schemeClr val="accent1"/>
          </a:solidFill>
          <a:ln/>
        </p:spPr>
      </p:sp>
      <p:pic>
        <p:nvPicPr>
          <p:cNvPr id="15" name="눈으로 보는 AI 아이콘" descr="눈으로 보는 AI">    </p:cNvPr>
          <p:cNvPicPr>
            <a:picLocks noChangeAspect="1"/>
          </p:cNvPicPr>
          <p:nvPr/>
        </p:nvPicPr>
        <p:blipFill>
          <a:blip r:embed="rId4"/>
          <a:stretch>
            <a:fillRect/>
          </a:stretch>
        </p:blipFill>
        <p:spPr>
          <a:xfrm>
            <a:off x="1005840" y="3931920"/>
            <a:ext cx="365760" cy="365760"/>
          </a:xfrm>
          <a:prstGeom prst="rect">
            <a:avLst/>
          </a:prstGeom>
        </p:spPr>
      </p:pic>
      <p:sp>
        <p:nvSpPr>
          <p:cNvPr id="16" name="눈으로 보는 AI 제목"/>
          <p:cNvSpPr txBox="1"/>
          <p:nvPr/>
        </p:nvSpPr>
        <p:spPr>
          <a:xfrm>
            <a:off x="1691640" y="3749040"/>
            <a:ext cx="2221992" cy="731520"/>
          </a:xfrm>
          <a:prstGeom prst="rect">
            <a:avLst/>
          </a:prstGeom>
          <a:noFill/>
          <a:ln/>
        </p:spPr>
        <p:txBody>
          <a:bodyPr wrap="square" lIns="0" tIns="0" rIns="0" bIns="0" rtlCol="0" anchor="ctr"/>
          <a:lstStyle/>
          <a:p>
            <a:pPr indent="0" marL="0">
              <a:buNone/>
            </a:pPr>
            <a:r>
              <a:rPr lang="en-US" sz="1800" b="1" dirty="0">
                <a:solidFill>
                  <a:schemeClr val="tx2"/>
                </a:solidFill>
              </a:rPr>
              <a:t>눈으로 보는 AI</a:t>
            </a:r>
            <a:endParaRPr lang="en-US" sz="1800" dirty="0"/>
          </a:p>
        </p:txBody>
      </p:sp>
      <p:sp>
        <p:nvSpPr>
          <p:cNvPr id="17" name="눈으로 보는 AI 설명"/>
          <p:cNvSpPr txBox="1"/>
          <p:nvPr/>
        </p:nvSpPr>
        <p:spPr>
          <a:xfrm>
            <a:off x="822960" y="4617720"/>
            <a:ext cx="2999232" cy="777240"/>
          </a:xfrm>
          <a:prstGeom prst="rect">
            <a:avLst/>
          </a:prstGeom>
          <a:noFill/>
          <a:ln/>
        </p:spPr>
        <p:txBody>
          <a:bodyPr wrap="square" lIns="0" tIns="0" rIns="0" bIns="0" rtlCol="0" anchor="t"/>
          <a:lstStyle/>
          <a:p>
            <a:pPr indent="0" marL="0">
              <a:buNone/>
            </a:pPr>
            <a:r>
              <a:rPr lang="en-US" sz="1400" dirty="0">
                <a:solidFill>
                  <a:schemeClr val="tx1"/>
                </a:solidFill>
              </a:rPr>
              <a:t>내가 만든 코드가 진짜로 날아서 결과를 바로 보여 줘요</a:t>
            </a:r>
            <a:endParaRPr lang="en-US" sz="1400" dirty="0"/>
          </a:p>
        </p:txBody>
      </p:sp>
      <p:sp>
        <p:nvSpPr>
          <p:cNvPr id="18" name="여러 과목이 한 번에 카드"/>
          <p:cNvSpPr/>
          <p:nvPr/>
        </p:nvSpPr>
        <p:spPr>
          <a:xfrm>
            <a:off x="4325112" y="3520440"/>
            <a:ext cx="3502152" cy="2011680"/>
          </a:xfrm>
          <a:prstGeom prst="roundRect">
            <a:avLst>
              <a:gd name="adj" fmla="val 9091"/>
            </a:avLst>
          </a:prstGeom>
          <a:solidFill>
            <a:schemeClr val="bg1"/>
          </a:solidFill>
          <a:ln w="12700">
            <a:solidFill>
              <a:srgbClr val="D9E3EE"/>
            </a:solidFill>
            <a:prstDash val="solid"/>
          </a:ln>
          <a:effectLst>
            <a:outerShdw sx="100000" sy="100000" kx="0" ky="0" algn="bl" rotWithShape="0" blurRad="101600" dist="25400" dir="5400000">
              <a:srgbClr val="0B1F3A">
                <a:alpha val="18000"/>
              </a:srgbClr>
            </a:outerShdw>
          </a:effectLst>
        </p:spPr>
      </p:sp>
      <p:sp>
        <p:nvSpPr>
          <p:cNvPr id="19" name="여러 과목이 한 번에 원"/>
          <p:cNvSpPr/>
          <p:nvPr/>
        </p:nvSpPr>
        <p:spPr>
          <a:xfrm>
            <a:off x="4599432" y="3749040"/>
            <a:ext cx="731520" cy="731520"/>
          </a:xfrm>
          <a:prstGeom prst="ellipse">
            <a:avLst/>
          </a:prstGeom>
          <a:solidFill>
            <a:schemeClr val="accent2"/>
          </a:solidFill>
          <a:ln/>
        </p:spPr>
      </p:sp>
      <p:pic>
        <p:nvPicPr>
          <p:cNvPr id="20" name="여러 과목이 한 번에 아이콘" descr="여러 과목이 한 번에">    </p:cNvPr>
          <p:cNvPicPr>
            <a:picLocks noChangeAspect="1"/>
          </p:cNvPicPr>
          <p:nvPr/>
        </p:nvPicPr>
        <p:blipFill>
          <a:blip r:embed="rId5"/>
          <a:stretch>
            <a:fillRect/>
          </a:stretch>
        </p:blipFill>
        <p:spPr>
          <a:xfrm>
            <a:off x="4782312" y="3931920"/>
            <a:ext cx="365760" cy="365760"/>
          </a:xfrm>
          <a:prstGeom prst="rect">
            <a:avLst/>
          </a:prstGeom>
        </p:spPr>
      </p:pic>
      <p:sp>
        <p:nvSpPr>
          <p:cNvPr id="21" name="여러 과목이 한 번에 제목"/>
          <p:cNvSpPr txBox="1"/>
          <p:nvPr/>
        </p:nvSpPr>
        <p:spPr>
          <a:xfrm>
            <a:off x="5468112" y="3749040"/>
            <a:ext cx="2221992" cy="731520"/>
          </a:xfrm>
          <a:prstGeom prst="rect">
            <a:avLst/>
          </a:prstGeom>
          <a:noFill/>
          <a:ln/>
        </p:spPr>
        <p:txBody>
          <a:bodyPr wrap="square" lIns="0" tIns="0" rIns="0" bIns="0" rtlCol="0" anchor="ctr"/>
          <a:lstStyle/>
          <a:p>
            <a:pPr indent="0" marL="0">
              <a:buNone/>
            </a:pPr>
            <a:r>
              <a:rPr lang="en-US" sz="1800" b="1" dirty="0">
                <a:solidFill>
                  <a:schemeClr val="tx2"/>
                </a:solidFill>
              </a:rPr>
              <a:t>여러 과목이 한 번에</a:t>
            </a:r>
            <a:endParaRPr lang="en-US" sz="1800" dirty="0"/>
          </a:p>
        </p:txBody>
      </p:sp>
      <p:sp>
        <p:nvSpPr>
          <p:cNvPr id="22" name="여러 과목이 한 번에 설명"/>
          <p:cNvSpPr txBox="1"/>
          <p:nvPr/>
        </p:nvSpPr>
        <p:spPr>
          <a:xfrm>
            <a:off x="4599432" y="4617720"/>
            <a:ext cx="2999232" cy="777240"/>
          </a:xfrm>
          <a:prstGeom prst="rect">
            <a:avLst/>
          </a:prstGeom>
          <a:noFill/>
          <a:ln/>
        </p:spPr>
        <p:txBody>
          <a:bodyPr wrap="square" lIns="0" tIns="0" rIns="0" bIns="0" rtlCol="0" anchor="t"/>
          <a:lstStyle/>
          <a:p>
            <a:pPr indent="0" marL="0">
              <a:buNone/>
            </a:pPr>
            <a:r>
              <a:rPr lang="en-US" sz="1400" dirty="0">
                <a:solidFill>
                  <a:schemeClr val="tx1"/>
                </a:solidFill>
              </a:rPr>
              <a:t>코딩 + 과학 + 수학이 함께 쓰여요</a:t>
            </a:r>
            <a:endParaRPr lang="en-US" sz="1400" dirty="0"/>
          </a:p>
        </p:txBody>
      </p:sp>
      <p:sp>
        <p:nvSpPr>
          <p:cNvPr id="23" name="미래의 직업 카드"/>
          <p:cNvSpPr/>
          <p:nvPr/>
        </p:nvSpPr>
        <p:spPr>
          <a:xfrm>
            <a:off x="8101584" y="3520440"/>
            <a:ext cx="3502152" cy="2011680"/>
          </a:xfrm>
          <a:prstGeom prst="roundRect">
            <a:avLst>
              <a:gd name="adj" fmla="val 9091"/>
            </a:avLst>
          </a:prstGeom>
          <a:solidFill>
            <a:schemeClr val="bg1"/>
          </a:solidFill>
          <a:ln w="12700">
            <a:solidFill>
              <a:srgbClr val="D9E3EE"/>
            </a:solidFill>
            <a:prstDash val="solid"/>
          </a:ln>
          <a:effectLst>
            <a:outerShdw sx="100000" sy="100000" kx="0" ky="0" algn="bl" rotWithShape="0" blurRad="101600" dist="25400" dir="5400000">
              <a:srgbClr val="0B1F3A">
                <a:alpha val="18000"/>
              </a:srgbClr>
            </a:outerShdw>
          </a:effectLst>
        </p:spPr>
      </p:sp>
      <p:sp>
        <p:nvSpPr>
          <p:cNvPr id="24" name="미래의 직업 원"/>
          <p:cNvSpPr/>
          <p:nvPr/>
        </p:nvSpPr>
        <p:spPr>
          <a:xfrm>
            <a:off x="8375904" y="3749040"/>
            <a:ext cx="731520" cy="731520"/>
          </a:xfrm>
          <a:prstGeom prst="ellipse">
            <a:avLst/>
          </a:prstGeom>
          <a:solidFill>
            <a:schemeClr val="accent3"/>
          </a:solidFill>
          <a:ln/>
        </p:spPr>
      </p:sp>
      <p:pic>
        <p:nvPicPr>
          <p:cNvPr id="25" name="미래의 직업 아이콘" descr="미래의 직업">    </p:cNvPr>
          <p:cNvPicPr>
            <a:picLocks noChangeAspect="1"/>
          </p:cNvPicPr>
          <p:nvPr/>
        </p:nvPicPr>
        <p:blipFill>
          <a:blip r:embed="rId6"/>
          <a:stretch>
            <a:fillRect/>
          </a:stretch>
        </p:blipFill>
        <p:spPr>
          <a:xfrm>
            <a:off x="8558784" y="3931920"/>
            <a:ext cx="365760" cy="365760"/>
          </a:xfrm>
          <a:prstGeom prst="rect">
            <a:avLst/>
          </a:prstGeom>
        </p:spPr>
      </p:pic>
      <p:sp>
        <p:nvSpPr>
          <p:cNvPr id="26" name="미래의 직업 제목"/>
          <p:cNvSpPr txBox="1"/>
          <p:nvPr/>
        </p:nvSpPr>
        <p:spPr>
          <a:xfrm>
            <a:off x="9244584" y="3749040"/>
            <a:ext cx="2221992" cy="731520"/>
          </a:xfrm>
          <a:prstGeom prst="rect">
            <a:avLst/>
          </a:prstGeom>
          <a:noFill/>
          <a:ln/>
        </p:spPr>
        <p:txBody>
          <a:bodyPr wrap="square" lIns="0" tIns="0" rIns="0" bIns="0" rtlCol="0" anchor="ctr"/>
          <a:lstStyle/>
          <a:p>
            <a:pPr indent="0" marL="0">
              <a:buNone/>
            </a:pPr>
            <a:r>
              <a:rPr lang="en-US" sz="1800" b="1" dirty="0">
                <a:solidFill>
                  <a:schemeClr val="tx2"/>
                </a:solidFill>
              </a:rPr>
              <a:t>미래의 직업</a:t>
            </a:r>
            <a:endParaRPr lang="en-US" sz="1800" dirty="0"/>
          </a:p>
        </p:txBody>
      </p:sp>
      <p:sp>
        <p:nvSpPr>
          <p:cNvPr id="27" name="미래의 직업 설명"/>
          <p:cNvSpPr txBox="1"/>
          <p:nvPr/>
        </p:nvSpPr>
        <p:spPr>
          <a:xfrm>
            <a:off x="8375904" y="4617720"/>
            <a:ext cx="2999232" cy="777240"/>
          </a:xfrm>
          <a:prstGeom prst="rect">
            <a:avLst/>
          </a:prstGeom>
          <a:noFill/>
          <a:ln/>
        </p:spPr>
        <p:txBody>
          <a:bodyPr wrap="square" lIns="0" tIns="0" rIns="0" bIns="0" rtlCol="0" anchor="t"/>
          <a:lstStyle/>
          <a:p>
            <a:pPr indent="0" marL="0">
              <a:buNone/>
            </a:pPr>
            <a:r>
              <a:rPr lang="en-US" sz="1400" dirty="0">
                <a:solidFill>
                  <a:schemeClr val="tx1"/>
                </a:solidFill>
              </a:rPr>
              <a:t>드론 개발자, 조종사, 데이터 분석가 등 새로운 직업이 생겨요</a:t>
            </a:r>
            <a:endParaRPr lang="en-US" sz="1400" dirty="0"/>
          </a:p>
        </p:txBody>
      </p:sp>
      <p:sp>
        <p:nvSpPr>
          <p:cNvPr id="28" name="발문"/>
          <p:cNvSpPr txBox="1"/>
          <p:nvPr/>
        </p:nvSpPr>
        <p:spPr>
          <a:xfrm>
            <a:off x="548640" y="5760720"/>
            <a:ext cx="11064240" cy="411480"/>
          </a:xfrm>
          <a:prstGeom prst="rect">
            <a:avLst/>
          </a:prstGeom>
          <a:noFill/>
          <a:ln/>
        </p:spPr>
        <p:txBody>
          <a:bodyPr wrap="square" lIns="0" tIns="0" rIns="0" bIns="0" rtlCol="0" anchor="ctr"/>
          <a:lstStyle/>
          <a:p>
            <a:pPr algn="ctr" indent="0" marL="0">
              <a:buNone/>
            </a:pPr>
            <a:r>
              <a:rPr lang="en-US" sz="1600" i="1" dirty="0">
                <a:solidFill>
                  <a:schemeClr val="accent1"/>
                </a:solidFill>
              </a:rPr>
              <a:t>여러분은 어떤 일을 하는 드론을 만들고 싶나요?</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오늘의 미션: 드론에게 생각하는 법을!</a:t>
            </a:r>
            <a:endParaRPr lang="en-US" sz="3400" dirty="0"/>
          </a:p>
        </p:txBody>
      </p:sp>
      <p:sp>
        <p:nvSpPr>
          <p:cNvPr id="3" name="드론 사진 배경"/>
          <p:cNvSpPr/>
          <p:nvPr/>
        </p:nvSpPr>
        <p:spPr>
          <a:xfrm>
            <a:off x="548640" y="1508760"/>
            <a:ext cx="4754880" cy="4206240"/>
          </a:xfrm>
          <a:prstGeom prst="roundRect">
            <a:avLst>
              <a:gd name="adj" fmla="val 5435"/>
            </a:avLst>
          </a:prstGeom>
          <a:solidFill>
            <a:srgbClr val="1C252C"/>
          </a:solidFill>
          <a:ln/>
        </p:spPr>
      </p:sp>
      <p:pic>
        <p:nvPicPr>
          <p:cNvPr id="4" name="이글 드론 사진" descr="주황색 몸체의 이글 교육용 드론">    </p:cNvPr>
          <p:cNvPicPr>
            <a:picLocks noChangeAspect="1"/>
          </p:cNvPicPr>
          <p:nvPr/>
        </p:nvPicPr>
        <p:blipFill>
          <a:blip r:embed="rId1"/>
          <a:stretch>
            <a:fillRect/>
          </a:stretch>
        </p:blipFill>
        <p:spPr>
          <a:xfrm>
            <a:off x="914400" y="1691640"/>
            <a:ext cx="4023360" cy="3858768"/>
          </a:xfrm>
          <a:prstGeom prst="rect">
            <a:avLst/>
          </a:prstGeom>
        </p:spPr>
      </p:pic>
      <p:sp>
        <p:nvSpPr>
          <p:cNvPr id="5" name="감지 원"/>
          <p:cNvSpPr/>
          <p:nvPr/>
        </p:nvSpPr>
        <p:spPr>
          <a:xfrm>
            <a:off x="6172200" y="1691640"/>
            <a:ext cx="1234440" cy="1234440"/>
          </a:xfrm>
          <a:prstGeom prst="ellipse">
            <a:avLst/>
          </a:prstGeom>
          <a:solidFill>
            <a:schemeClr val="accent2"/>
          </a:solidFill>
          <a:ln/>
        </p:spPr>
      </p:sp>
      <p:pic>
        <p:nvPicPr>
          <p:cNvPr id="6" name="감지 아이콘" descr="감지">    </p:cNvPr>
          <p:cNvPicPr>
            <a:picLocks noChangeAspect="1"/>
          </p:cNvPicPr>
          <p:nvPr/>
        </p:nvPicPr>
        <p:blipFill>
          <a:blip r:embed="rId2"/>
          <a:stretch>
            <a:fillRect/>
          </a:stretch>
        </p:blipFill>
        <p:spPr>
          <a:xfrm>
            <a:off x="6480810" y="2000250"/>
            <a:ext cx="617220" cy="617220"/>
          </a:xfrm>
          <a:prstGeom prst="rect">
            <a:avLst/>
          </a:prstGeom>
        </p:spPr>
      </p:pic>
      <p:sp>
        <p:nvSpPr>
          <p:cNvPr id="7" name="감지 단계"/>
          <p:cNvSpPr txBox="1"/>
          <p:nvPr/>
        </p:nvSpPr>
        <p:spPr>
          <a:xfrm>
            <a:off x="5989320" y="3063240"/>
            <a:ext cx="1600200" cy="457200"/>
          </a:xfrm>
          <a:prstGeom prst="rect">
            <a:avLst/>
          </a:prstGeom>
          <a:noFill/>
          <a:ln/>
        </p:spPr>
        <p:txBody>
          <a:bodyPr wrap="square" lIns="0" tIns="0" rIns="0" bIns="0" rtlCol="0" anchor="ctr"/>
          <a:lstStyle/>
          <a:p>
            <a:pPr algn="ctr" indent="0" marL="0">
              <a:buNone/>
            </a:pPr>
            <a:r>
              <a:rPr lang="en-US" sz="2200" b="1" dirty="0">
                <a:solidFill>
                  <a:schemeClr val="bg1"/>
                </a:solidFill>
              </a:rPr>
              <a:t>감지</a:t>
            </a:r>
            <a:endParaRPr lang="en-US" sz="2200" dirty="0"/>
          </a:p>
        </p:txBody>
      </p:sp>
      <p:sp>
        <p:nvSpPr>
          <p:cNvPr id="8" name="감지 설명"/>
          <p:cNvSpPr txBox="1"/>
          <p:nvPr/>
        </p:nvSpPr>
        <p:spPr>
          <a:xfrm>
            <a:off x="5989320" y="3520440"/>
            <a:ext cx="1600200" cy="365760"/>
          </a:xfrm>
          <a:prstGeom prst="rect">
            <a:avLst/>
          </a:prstGeom>
          <a:noFill/>
          <a:ln/>
        </p:spPr>
        <p:txBody>
          <a:bodyPr wrap="square" lIns="0" tIns="0" rIns="0" bIns="0" rtlCol="0" anchor="ctr"/>
          <a:lstStyle/>
          <a:p>
            <a:pPr algn="ctr" indent="0" marL="0">
              <a:buNone/>
            </a:pPr>
            <a:r>
              <a:rPr lang="en-US" sz="1400" dirty="0">
                <a:solidFill>
                  <a:schemeClr val="bg2"/>
                </a:solidFill>
              </a:rPr>
              <a:t>센서로 보고</a:t>
            </a:r>
            <a:endParaRPr lang="en-US" sz="1400" dirty="0"/>
          </a:p>
        </p:txBody>
      </p:sp>
      <p:pic>
        <p:nvPicPr>
          <p:cNvPr id="9" name="단계 화살표 1" descr="다음 단계">    </p:cNvPr>
          <p:cNvPicPr>
            <a:picLocks noChangeAspect="1"/>
          </p:cNvPicPr>
          <p:nvPr/>
        </p:nvPicPr>
        <p:blipFill>
          <a:blip r:embed="rId3"/>
          <a:stretch>
            <a:fillRect/>
          </a:stretch>
        </p:blipFill>
        <p:spPr>
          <a:xfrm>
            <a:off x="7653528" y="2130552"/>
            <a:ext cx="347472" cy="347472"/>
          </a:xfrm>
          <a:prstGeom prst="rect">
            <a:avLst/>
          </a:prstGeom>
        </p:spPr>
      </p:pic>
      <p:sp>
        <p:nvSpPr>
          <p:cNvPr id="10" name="판단 원"/>
          <p:cNvSpPr/>
          <p:nvPr/>
        </p:nvSpPr>
        <p:spPr>
          <a:xfrm>
            <a:off x="8138160" y="1691640"/>
            <a:ext cx="1234440" cy="1234440"/>
          </a:xfrm>
          <a:prstGeom prst="ellipse">
            <a:avLst/>
          </a:prstGeom>
          <a:solidFill>
            <a:schemeClr val="accent1"/>
          </a:solidFill>
          <a:ln/>
        </p:spPr>
      </p:sp>
      <p:pic>
        <p:nvPicPr>
          <p:cNvPr id="11" name="판단 아이콘" descr="판단">    </p:cNvPr>
          <p:cNvPicPr>
            <a:picLocks noChangeAspect="1"/>
          </p:cNvPicPr>
          <p:nvPr/>
        </p:nvPicPr>
        <p:blipFill>
          <a:blip r:embed="rId4"/>
          <a:stretch>
            <a:fillRect/>
          </a:stretch>
        </p:blipFill>
        <p:spPr>
          <a:xfrm>
            <a:off x="8446770" y="2000250"/>
            <a:ext cx="617220" cy="617220"/>
          </a:xfrm>
          <a:prstGeom prst="rect">
            <a:avLst/>
          </a:prstGeom>
        </p:spPr>
      </p:pic>
      <p:sp>
        <p:nvSpPr>
          <p:cNvPr id="12" name="판단 단계"/>
          <p:cNvSpPr txBox="1"/>
          <p:nvPr/>
        </p:nvSpPr>
        <p:spPr>
          <a:xfrm>
            <a:off x="7955280" y="3063240"/>
            <a:ext cx="1600200" cy="457200"/>
          </a:xfrm>
          <a:prstGeom prst="rect">
            <a:avLst/>
          </a:prstGeom>
          <a:noFill/>
          <a:ln/>
        </p:spPr>
        <p:txBody>
          <a:bodyPr wrap="square" lIns="0" tIns="0" rIns="0" bIns="0" rtlCol="0" anchor="ctr"/>
          <a:lstStyle/>
          <a:p>
            <a:pPr algn="ctr" indent="0" marL="0">
              <a:buNone/>
            </a:pPr>
            <a:r>
              <a:rPr lang="en-US" sz="2200" b="1" dirty="0">
                <a:solidFill>
                  <a:schemeClr val="bg1"/>
                </a:solidFill>
              </a:rPr>
              <a:t>판단</a:t>
            </a:r>
            <a:endParaRPr lang="en-US" sz="2200" dirty="0"/>
          </a:p>
        </p:txBody>
      </p:sp>
      <p:sp>
        <p:nvSpPr>
          <p:cNvPr id="13" name="판단 설명"/>
          <p:cNvSpPr txBox="1"/>
          <p:nvPr/>
        </p:nvSpPr>
        <p:spPr>
          <a:xfrm>
            <a:off x="7955280" y="3520440"/>
            <a:ext cx="1600200" cy="365760"/>
          </a:xfrm>
          <a:prstGeom prst="rect">
            <a:avLst/>
          </a:prstGeom>
          <a:noFill/>
          <a:ln/>
        </p:spPr>
        <p:txBody>
          <a:bodyPr wrap="square" lIns="0" tIns="0" rIns="0" bIns="0" rtlCol="0" anchor="ctr"/>
          <a:lstStyle/>
          <a:p>
            <a:pPr algn="ctr" indent="0" marL="0">
              <a:buNone/>
            </a:pPr>
            <a:r>
              <a:rPr lang="en-US" sz="1400" dirty="0">
                <a:solidFill>
                  <a:schemeClr val="bg2"/>
                </a:solidFill>
              </a:rPr>
              <a:t>코드로 생각하고</a:t>
            </a:r>
            <a:endParaRPr lang="en-US" sz="1400" dirty="0"/>
          </a:p>
        </p:txBody>
      </p:sp>
      <p:pic>
        <p:nvPicPr>
          <p:cNvPr id="14" name="단계 화살표 2" descr="다음 단계">    </p:cNvPr>
          <p:cNvPicPr>
            <a:picLocks noChangeAspect="1"/>
          </p:cNvPicPr>
          <p:nvPr/>
        </p:nvPicPr>
        <p:blipFill>
          <a:blip r:embed="rId5"/>
          <a:stretch>
            <a:fillRect/>
          </a:stretch>
        </p:blipFill>
        <p:spPr>
          <a:xfrm>
            <a:off x="9619488" y="2130552"/>
            <a:ext cx="347472" cy="347472"/>
          </a:xfrm>
          <a:prstGeom prst="rect">
            <a:avLst/>
          </a:prstGeom>
        </p:spPr>
      </p:pic>
      <p:sp>
        <p:nvSpPr>
          <p:cNvPr id="15" name="행동 원"/>
          <p:cNvSpPr/>
          <p:nvPr/>
        </p:nvSpPr>
        <p:spPr>
          <a:xfrm>
            <a:off x="10104120" y="1691640"/>
            <a:ext cx="1234440" cy="1234440"/>
          </a:xfrm>
          <a:prstGeom prst="ellipse">
            <a:avLst/>
          </a:prstGeom>
          <a:solidFill>
            <a:schemeClr val="accent3"/>
          </a:solidFill>
          <a:ln/>
        </p:spPr>
      </p:sp>
      <p:pic>
        <p:nvPicPr>
          <p:cNvPr id="16" name="행동 아이콘" descr="행동">    </p:cNvPr>
          <p:cNvPicPr>
            <a:picLocks noChangeAspect="1"/>
          </p:cNvPicPr>
          <p:nvPr/>
        </p:nvPicPr>
        <p:blipFill>
          <a:blip r:embed="rId6"/>
          <a:stretch>
            <a:fillRect/>
          </a:stretch>
        </p:blipFill>
        <p:spPr>
          <a:xfrm>
            <a:off x="10412730" y="2000250"/>
            <a:ext cx="617220" cy="617220"/>
          </a:xfrm>
          <a:prstGeom prst="rect">
            <a:avLst/>
          </a:prstGeom>
        </p:spPr>
      </p:pic>
      <p:sp>
        <p:nvSpPr>
          <p:cNvPr id="17" name="행동 단계"/>
          <p:cNvSpPr txBox="1"/>
          <p:nvPr/>
        </p:nvSpPr>
        <p:spPr>
          <a:xfrm>
            <a:off x="9921240" y="3063240"/>
            <a:ext cx="1600200" cy="457200"/>
          </a:xfrm>
          <a:prstGeom prst="rect">
            <a:avLst/>
          </a:prstGeom>
          <a:noFill/>
          <a:ln/>
        </p:spPr>
        <p:txBody>
          <a:bodyPr wrap="square" lIns="0" tIns="0" rIns="0" bIns="0" rtlCol="0" anchor="ctr"/>
          <a:lstStyle/>
          <a:p>
            <a:pPr algn="ctr" indent="0" marL="0">
              <a:buNone/>
            </a:pPr>
            <a:r>
              <a:rPr lang="en-US" sz="2200" b="1" dirty="0">
                <a:solidFill>
                  <a:schemeClr val="bg1"/>
                </a:solidFill>
              </a:rPr>
              <a:t>행동</a:t>
            </a:r>
            <a:endParaRPr lang="en-US" sz="2200" dirty="0"/>
          </a:p>
        </p:txBody>
      </p:sp>
      <p:sp>
        <p:nvSpPr>
          <p:cNvPr id="18" name="행동 설명"/>
          <p:cNvSpPr txBox="1"/>
          <p:nvPr/>
        </p:nvSpPr>
        <p:spPr>
          <a:xfrm>
            <a:off x="9921240" y="3520440"/>
            <a:ext cx="1600200" cy="365760"/>
          </a:xfrm>
          <a:prstGeom prst="rect">
            <a:avLst/>
          </a:prstGeom>
          <a:noFill/>
          <a:ln/>
        </p:spPr>
        <p:txBody>
          <a:bodyPr wrap="square" lIns="0" tIns="0" rIns="0" bIns="0" rtlCol="0" anchor="ctr"/>
          <a:lstStyle/>
          <a:p>
            <a:pPr algn="ctr" indent="0" marL="0">
              <a:buNone/>
            </a:pPr>
            <a:r>
              <a:rPr lang="en-US" sz="1400" dirty="0">
                <a:solidFill>
                  <a:schemeClr val="bg2"/>
                </a:solidFill>
              </a:rPr>
              <a:t>스스로 움직여요</a:t>
            </a:r>
            <a:endParaRPr lang="en-US" sz="1400" dirty="0"/>
          </a:p>
        </p:txBody>
      </p:sp>
      <p:sp>
        <p:nvSpPr>
          <p:cNvPr id="19" name="정리 카드"/>
          <p:cNvSpPr/>
          <p:nvPr/>
        </p:nvSpPr>
        <p:spPr>
          <a:xfrm>
            <a:off x="5989320" y="4251960"/>
            <a:ext cx="5623560" cy="1463040"/>
          </a:xfrm>
          <a:prstGeom prst="roundRect">
            <a:avLst>
              <a:gd name="adj" fmla="val 12500"/>
            </a:avLst>
          </a:prstGeom>
          <a:solidFill>
            <a:schemeClr val="bg1">
              <a:alpha val="10000"/>
            </a:schemeClr>
          </a:solidFill>
          <a:ln w="19050">
            <a:solidFill>
              <a:schemeClr val="accent1"/>
            </a:solidFill>
            <a:prstDash val="solid"/>
          </a:ln>
        </p:spPr>
      </p:sp>
      <p:sp>
        <p:nvSpPr>
          <p:cNvPr id="20" name="한 문장 정리"/>
          <p:cNvSpPr txBox="1"/>
          <p:nvPr/>
        </p:nvSpPr>
        <p:spPr>
          <a:xfrm>
            <a:off x="6263640" y="4343400"/>
            <a:ext cx="5120640" cy="1280160"/>
          </a:xfrm>
          <a:prstGeom prst="rect">
            <a:avLst/>
          </a:prstGeom>
          <a:noFill/>
          <a:ln/>
        </p:spPr>
        <p:txBody>
          <a:bodyPr wrap="square" lIns="0" tIns="0" rIns="0" bIns="0" rtlCol="0" anchor="ctr"/>
          <a:lstStyle/>
          <a:p>
            <a:pPr indent="0" marL="0">
              <a:buNone/>
            </a:pPr>
            <a:r>
              <a:rPr lang="en-US" sz="2000" b="1" dirty="0">
                <a:solidFill>
                  <a:schemeClr val="bg1"/>
                </a:solidFill>
              </a:rPr>
              <a:t>드론은 하늘을 나는 컴퓨터!</a:t>
            </a:r>
            <a:endParaRPr lang="en-US" sz="2000" dirty="0"/>
          </a:p>
          <a:p>
            <a:pPr indent="0" marL="0">
              <a:buNone/>
            </a:pPr>
            <a:r>
              <a:rPr lang="en-US" sz="1800" b="1" dirty="0">
                <a:solidFill>
                  <a:schemeClr val="accent1"/>
                </a:solidFill>
              </a:rPr>
              <a:t>이제는 스스로 생각하는 드론의 시대예요</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Drone Sky">
  <a:themeElements>
    <a:clrScheme name="Drone Sky">
      <a:dk1>
        <a:srgbClr val="1A2233"/>
      </a:dk1>
      <a:lt1>
        <a:srgbClr val="FFFFFF"/>
      </a:lt1>
      <a:dk2>
        <a:srgbClr val="0B1F3A"/>
      </a:dk2>
      <a:lt2>
        <a:srgbClr val="EEF5FB"/>
      </a:lt2>
      <a:accent1>
        <a:srgbClr val="FF7A1A"/>
      </a:accent1>
      <a:accent2>
        <a:srgbClr val="2E9BDA"/>
      </a:accent2>
      <a:accent3>
        <a:srgbClr val="14B8A6"/>
      </a:accent3>
      <a:accent4>
        <a:srgbClr val="FFC233"/>
      </a:accent4>
      <a:accent5>
        <a:srgbClr val="7C5CFF"/>
      </a:accent5>
      <a:accent6>
        <a:srgbClr val="8A94A6"/>
      </a:accent6>
      <a:hlink>
        <a:srgbClr val="2E9BDA"/>
      </a:hlink>
      <a:folHlink>
        <a:srgbClr val="7C5CFF"/>
      </a:folHlink>
    </a:clrScheme>
    <a:fontScheme name="Drone Sk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드론, 어디까지 알고 있니?</dc:title>
  <dc:subject>AI 드론 교육 1차시 도입 - 드론이란?</dc:subject>
  <dc:creator>AI 드론 교육</dc:creator>
  <cp:lastModifiedBy>AI 드론 교육</cp:lastModifiedBy>
  <cp:revision>1</cp:revision>
  <dcterms:created xsi:type="dcterms:W3CDTF">2026-10-28T14:00:44Z</dcterms:created>
  <dcterms:modified xsi:type="dcterms:W3CDTF">2026-10-28T14:00:44Z</dcterms:modified>
</cp:coreProperties>
</file>