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도입" id="{25858cf9-4285-be99-fc7a-137c8c22d5ec}">
          <p14:sldIdLst>
            <p14:sldId id="256"/>
            <p14:sldId id="257"/>
          </p14:sldIdLst>
        </p14:section>
        <p14:section name="드론이란?" id="{4319b27e-5c8e-72b9-f8ba-f2017a574be9}">
          <p14:sldIdLst>
            <p14:sldId id="258"/>
            <p14:sldId id="259"/>
          </p14:sldIdLst>
        </p14:section>
        <p14:section name="활용 사례" id="{ae237f33-d603-9a68-ced0-5c59355ee690}">
          <p14:sldIdLst>
            <p14:sldId id="260"/>
          </p14:sldIdLst>
        </p14:section>
        <p14:section name="배워야 하는 이유" id="{a8c3453f-09b4-37ce-154c-64bff9427967}">
          <p14:sldIdLst>
            <p14:sldId id="261"/>
          </p14:sldIdLst>
        </p14:section>
        <p14:section name="마무리" id="{901f85a0-db09-8883-67ed-15cacedef884}">
          <p14:sldIdLst>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[시간] 0:00 ~ 0:40 (40초)
[동작] 표지를 띄우고 인사합니다. 오른쪽 이글 드론 사진을 손으로 가리킵니다.
안녕하세요, 여러분. 오늘 AI 드론 수업을 함께할 강사 ○○○입니다.
(오른쪽 사진을 가리키며) 오늘 수업의 주인공은 바로 이 작은 드론이에요. 무게가 90그램, 달걀 두 개 정도밖에 되지 않아요.
본격적으로 코딩을 시작하기 전에, 10분 동안 세 가지를 함께 알아보려고 해요. 드론이 무엇인지, 드론이 어디에서 일하는지, 그리고 우리가 왜 드론을 배워야 하는지예요.
[포인트] 목차 3가지(드론이란? / 어디서 일할까? / 왜 배워야 할까?)를 소개하며 수업의 흐름을 먼저 보여 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[시간] 0:40 ~ 1:40 (1분)
[동작] 질문을 던지고 2~3명의 답을 듣습니다. 답에 맞는 카드를 가리키며 정리합니다.
먼저 질문 하나 할게요. '드론' 하면 무엇이 떠오르나요? 자유롭게 말해 볼까요?
(2~3명 답 듣기)
좋아요. 하늘에서 찍은 멋진 사진과 영상, 물건을 날라 주는 택배 드론, 리모컨으로 날리는 장난감 드론, 그리고 밤하늘을 수놓는 드론 쇼까지 나왔네요. 모두 맞아요.
드론은 이미 우리 생활 곳곳에 들어와 있어요. 그럼 드론이 정확히 무엇인지부터 알아볼까요?
[포인트] 답이 나오지 않으면 강사가 카드 4개를 차례로 가리키며 예시를 들어 줍니다. 학생의 답을 하나라도 카드와 연결해 칭찬합니다.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[시간] 1:40 ~ 3:00 (1분 20초)
[동작] 왼쪽 '이름 이야기' → 오른쪽 '드론의 뜻' → 아래 '비행기 vs 드론' 순서로 가리키며 설명합니다.
드론이라는 이름은 어디에서 왔을까요? 드론(drone)은 영어로 '수벌'이라는 뜻이에요. 드론이 날 때 '웅웅~' 하는 소리가 나는데, 이 소리가 벌의 날갯짓 소리와 닮아서 이런 이름이 붙었다고 알려져 있어요.
그럼 드론은 무엇일까요? 한 문장으로 말하면, 드론은 '사람이 타지 않고 하늘을 나는 비행체'예요.
비행기와 비교해 보면 쉬워요. 비행기는 조종사가 직접 타서 조종하지요. 하지만 드론에는 아무도 타지 않아요. 대신 사람이 멀리서 리모컨으로 조종하거나, 코드와 센서를 이용해 스스로 날아요.
우리나라 법에서도 드론을 '조종하는 사람이 타지 않고 나는 비행체'라고 정해 두었답니다.
[포인트] 핵심 문장 '사람이 타지 않고 하늘을 나는 비행체'를 천천히 또박또박 말합니다. 법 이야기는 한 문장으로만 짧게 언급합니다.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[시간] 3:00 ~ 4:00 (1분)
[동작] 가운데 드론 사진을 가리킨 뒤, 왼쪽 위 → 왼쪽 아래 → 오른쪽 위 → 오른쪽 아래 카드 순서로 설명합니다.
이번에는 드론의 몸을 살펴볼게요. 가운데 있는 것이 오늘 우리가 사용할 이글 드론이에요.
드론을 사람 몸에 비유해 볼까요? 프로펠러와 모터는 바람을 일으켜 하늘로 떠오르게 하는 '날개'예요. 배터리는 날 수 있는 힘을 주는 '심장'이고요.
비행 제어기는 드론이 기울어지지 않게 계산하고 명령을 내리는 '두뇌'예요. 그리고 센서는 주변을 느끼는 '눈과 귀'예요.
이렇게 드론에는 눈과 두뇌가 있어요. 그래서 드론을 '하늘을 나는 컴퓨터'라고 부를 수 있어요.
[포인트] '하늘을 나는 컴퓨터'는 이후 슬라이드에서 계속 쓰는 핵심 표현이므로 강조해서 말합니다.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[시간] 4:00 ~ 6:30 (2분 30초)
[동작] 왼쪽 위 카드부터 순서대로 6개를 소개하고, 마지막에 아래 '공통점' 태그 3개를 가리킵니다.
그럼 하늘을 나는 컴퓨터, 드론은 어디에서 일하고 있을까요?
첫째, 농업이에요. 넓은 논밭에 농약과 비료를 뿌려요. 사람이 하면 하루 종일 걸릴 힘든 일을 짧은 시간에 끝낼 수 있어요.
둘째, 배송이에요. 배가 자주 다니지 않는 섬이나 산골 마을처럼 먼 곳에 물건을 날라 줘요.
셋째, 구조예요. 산에서 길을 잃은 사람을 찾고, 불이 난 곳을 하늘에서 살펴요.
넷째, 점검이에요. 높은 다리나 송전탑처럼 사람이 올라가기 위험한 곳을 대신 살펴봐요.
다섯째, 촬영과 공연이에요. 하늘 높이 올라가 영화나 방송을 촬영하고, 수백 대의 드론이 밤하늘에 그림을 그리는 드론 쇼도 해요.
마지막으로 미래 교통이에요. 사람을 태우고 도시 하늘을 나는 '하늘 택시'도 준비되고 있어요.
여섯 가지 일의 공통점이 보이나요? (잠깐 멈춤) 네, 드론은 위험한 곳, 먼 곳, 그리고 사람이 하기 힘든 일을 사람 대신 맡아 주고 있어요.
[포인트] 카드 아래의 색 태그(위험한 곳, 먼 곳, 힘든 일)가 공통점과 연결되어 있음을 보여 줍니다. 시간이 부족하면 점검과 미래 교통은 한 문장으로 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[시간] 6:30 ~ 9:00 (2분 30초)
[동작] 위쪽 '지금까지 → 앞으로' 흐름을 먼저 설명하고, 아래 카드 3개를 차례로 소개한 뒤 마지막 질문을 던집니다.
그럼 우리는 왜 드론을 배워야 할까요?
지금까지 드론은 주로 사람이 리모컨으로 하나하나 조종했어요. 그런데 앞으로의 드론은 달라요. 사람이 조종하지 않아도 스스로 장애물을 피하고, 길을 찾아요. 이렇게 드론이 스스로 생각하게 만드는 힘이 바로 AI와 코딩이에요.
드론을 배우면 좋은 점이 세 가지 있어요.
첫째, 눈으로 보는 AI예요. 화면 속에서만 움직이는 코드가 아니라, 내가 만든 코드가 진짜로 하늘을 날면서 결과를 바로 보여 줘요.
둘째, 여러 과목을 한 번에 배울 수 있어요. 코딩은 물론이고, 드론이 떠오르는 원리는 과학, 거리와 각도를 계산하는 것은 수학이에요.
셋째, 미래의 직업과 연결돼요. 드론 개발자, 드론 조종사, 드론으로 모은 정보를 분석하는 사람처럼 새로운 직업이 계속 생기고 있어요.
여러분은 어떤 일을 하는 드론을 만들고 싶나요?
(1명 답 듣기) 멋진 생각이에요. 오늘 수업이 그 첫걸음이 될 거예요.
[포인트] '조종하는 드론 → 스스로 생각하는 드론'의 변화가 이 강의의 핵심 연결 고리입니다. 'AI와 코딩'에서 잠깐 멈추고 강조합니다.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[시간] 9:00 ~ 10:00 (1분)
[동작] 한 문장 정리를 읽고, 감지 → 판단 → 행동 아이콘을 차례로 가리킨 뒤, 아래 예고 카드로 마무리합니다.
오늘 배운 내용을 한 문장으로 정리해 볼게요. 드론은 하늘을 나는 컴퓨터이고, 이제는 스스로 생각하는 드론의 시대예요.
스스로 생각하는 드론은 세 단계로 움직여요. 센서로 보고, 코드로 생각하고, 스스로 움직이죠. 감지, 판단, 행동이에요.
이어지는 시간에는 드론을 리모컨으로 조종하지 않을 거예요. 대신 코딩으로 드론에게 생각하는 법을 가르쳐 볼 거예요.
그럼 지금부터, 우리 드론에게 생각하는 힘을 넣어 볼까요? 감사합니다.
[포인트] 감지·판단·행동은 본 수업(AI 드론 코딩)의 핵심 틀입니다. 손가락으로 세 단계를 하나씩 세며 말하면 기억에 잘 남습니다.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indent="0" marL="0">
              <a:buNone/>
              <a:defRPr lang="en-US" sz="3200" b="1" dirty="0">
                <a:solidFill>
                  <a:schemeClr val="tx2"/>
                </a:solidFill>
              </a:defRPr>
            </a:lvl1pPr>
          </a:lstStyle>
          <a:p>
            <a:pPr indent="0" marL="0">
              <a:buNone/>
            </a:pPr>
            <a:endParaRPr lang="en-US" sz="32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AI 드론 교육  |  드론이란?</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indent="0" marL="0">
              <a:buNone/>
              <a:defRPr lang="en-US" sz="3200" b="1" dirty="0">
                <a:solidFill>
                  <a:schemeClr val="bg1"/>
                </a:solidFill>
              </a:defRPr>
            </a:lvl1pPr>
          </a:lstStyle>
          <a:p>
            <a:pPr indent="0" marL="0">
              <a:buNone/>
            </a:pPr>
            <a:endParaRPr lang="en-US" sz="3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3.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3.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4.xml"/><Relationship Id="rId8"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태그 배경"/>
          <p:cNvSpPr/>
          <p:nvPr/>
        </p:nvSpPr>
        <p:spPr>
          <a:xfrm>
            <a:off x="731520" y="1188720"/>
            <a:ext cx="2834640" cy="457200"/>
          </a:xfrm>
          <a:prstGeom prst="roundRect">
            <a:avLst>
              <a:gd name="adj" fmla="val 50000"/>
            </a:avLst>
          </a:prstGeom>
          <a:solidFill>
            <a:schemeClr val="accent1"/>
          </a:solidFill>
          <a:ln/>
        </p:spPr>
      </p:sp>
      <p:sp>
        <p:nvSpPr>
          <p:cNvPr id="3" name="태그"/>
          <p:cNvSpPr txBox="1"/>
          <p:nvPr/>
        </p:nvSpPr>
        <p:spPr>
          <a:xfrm>
            <a:off x="731520" y="1188720"/>
            <a:ext cx="2834640" cy="457200"/>
          </a:xfrm>
          <a:prstGeom prst="rect">
            <a:avLst/>
          </a:prstGeom>
          <a:noFill/>
          <a:ln/>
        </p:spPr>
        <p:txBody>
          <a:bodyPr wrap="square" lIns="0" tIns="0" rIns="0" bIns="0" rtlCol="0" anchor="ctr"/>
          <a:lstStyle/>
          <a:p>
            <a:pPr algn="ctr" indent="0" marL="0">
              <a:buNone/>
            </a:pPr>
            <a:r>
              <a:rPr lang="en-US" sz="1400" b="1" dirty="0">
                <a:solidFill>
                  <a:schemeClr val="bg1"/>
                </a:solidFill>
              </a:rPr>
              <a:t>AI 드론 교육 · 1차시 도입</a:t>
            </a:r>
            <a:endParaRPr lang="en-US" sz="1400" dirty="0"/>
          </a:p>
        </p:txBody>
      </p:sp>
      <p:sp>
        <p:nvSpPr>
          <p:cNvPr id="4" name="표지 제목"/>
          <p:cNvSpPr txBox="1"/>
          <p:nvPr/>
        </p:nvSpPr>
        <p:spPr>
          <a:xfrm>
            <a:off x="731520" y="1828800"/>
            <a:ext cx="5669280" cy="1737360"/>
          </a:xfrm>
          <a:prstGeom prst="rect">
            <a:avLst/>
          </a:prstGeom>
          <a:noFill/>
          <a:ln/>
        </p:spPr>
        <p:txBody>
          <a:bodyPr wrap="square" lIns="0" tIns="0" rIns="0" bIns="0" rtlCol="0" anchor="t"/>
          <a:lstStyle/>
          <a:p>
            <a:pPr indent="0" marL="0">
              <a:lnSpc>
                <a:spcPct val="105000"/>
              </a:lnSpc>
              <a:buNone/>
            </a:pPr>
            <a:r>
              <a:rPr lang="en-US" sz="4600" b="1" dirty="0">
                <a:solidFill>
                  <a:schemeClr val="bg1"/>
                </a:solidFill>
              </a:rPr>
              <a:t>드론, 어디까지</a:t>
            </a:r>
            <a:endParaRPr lang="en-US" sz="4600" dirty="0"/>
          </a:p>
          <a:p>
            <a:pPr indent="0" marL="0">
              <a:lnSpc>
                <a:spcPct val="105000"/>
              </a:lnSpc>
              <a:buNone/>
            </a:pPr>
            <a:r>
              <a:rPr lang="en-US" sz="4600" b="1" dirty="0">
                <a:solidFill>
                  <a:schemeClr val="bg1"/>
                </a:solidFill>
              </a:rPr>
              <a:t>알고 있니?</a:t>
            </a:r>
            <a:endParaRPr lang="en-US" sz="4600" dirty="0"/>
          </a:p>
        </p:txBody>
      </p:sp>
      <p:sp>
        <p:nvSpPr>
          <p:cNvPr id="5" name="표지 부제"/>
          <p:cNvSpPr txBox="1"/>
          <p:nvPr/>
        </p:nvSpPr>
        <p:spPr>
          <a:xfrm>
            <a:off x="731520" y="3657600"/>
            <a:ext cx="5669280" cy="502920"/>
          </a:xfrm>
          <a:prstGeom prst="rect">
            <a:avLst/>
          </a:prstGeom>
          <a:noFill/>
          <a:ln/>
        </p:spPr>
        <p:txBody>
          <a:bodyPr wrap="square" lIns="0" tIns="0" rIns="0" bIns="0" rtlCol="0" anchor="ctr"/>
          <a:lstStyle/>
          <a:p>
            <a:pPr indent="0" marL="0">
              <a:buNone/>
            </a:pPr>
            <a:r>
              <a:rPr lang="en-US" sz="2000" dirty="0">
                <a:solidFill>
                  <a:schemeClr val="bg2"/>
                </a:solidFill>
              </a:rPr>
              <a:t>하늘을 나는 컴퓨터, 드론 이야기</a:t>
            </a:r>
            <a:endParaRPr lang="en-US" sz="2000" dirty="0"/>
          </a:p>
        </p:txBody>
      </p:sp>
      <p:sp>
        <p:nvSpPr>
          <p:cNvPr id="6" name="목차 번호 01"/>
          <p:cNvSpPr txBox="1"/>
          <p:nvPr/>
        </p:nvSpPr>
        <p:spPr>
          <a:xfrm>
            <a:off x="731520" y="4709160"/>
            <a:ext cx="1737360" cy="411480"/>
          </a:xfrm>
          <a:prstGeom prst="rect">
            <a:avLst/>
          </a:prstGeom>
          <a:noFill/>
          <a:ln/>
        </p:spPr>
        <p:txBody>
          <a:bodyPr wrap="square" lIns="0" tIns="0" rIns="0" bIns="0" rtlCol="0" anchor="ctr"/>
          <a:lstStyle/>
          <a:p>
            <a:pPr indent="0" marL="0">
              <a:buNone/>
            </a:pPr>
            <a:r>
              <a:rPr lang="en-US" sz="2000" b="1" dirty="0">
                <a:solidFill>
                  <a:schemeClr val="accent1"/>
                </a:solidFill>
              </a:rPr>
              <a:t>01</a:t>
            </a:r>
            <a:endParaRPr lang="en-US" sz="2000" dirty="0"/>
          </a:p>
        </p:txBody>
      </p:sp>
      <p:sp>
        <p:nvSpPr>
          <p:cNvPr id="7" name="목차 01"/>
          <p:cNvSpPr txBox="1"/>
          <p:nvPr/>
        </p:nvSpPr>
        <p:spPr>
          <a:xfrm>
            <a:off x="731520" y="5120640"/>
            <a:ext cx="1783080" cy="411480"/>
          </a:xfrm>
          <a:prstGeom prst="rect">
            <a:avLst/>
          </a:prstGeom>
          <a:noFill/>
          <a:ln/>
        </p:spPr>
        <p:txBody>
          <a:bodyPr wrap="square" lIns="0" tIns="0" rIns="0" bIns="0" rtlCol="0" anchor="ctr"/>
          <a:lstStyle/>
          <a:p>
            <a:pPr indent="0" marL="0">
              <a:buNone/>
            </a:pPr>
            <a:r>
              <a:rPr lang="en-US" sz="1500" dirty="0">
                <a:solidFill>
                  <a:schemeClr val="bg1"/>
                </a:solidFill>
              </a:rPr>
              <a:t>드론이란?</a:t>
            </a:r>
            <a:endParaRPr lang="en-US" sz="1500" dirty="0"/>
          </a:p>
        </p:txBody>
      </p:sp>
      <p:sp>
        <p:nvSpPr>
          <p:cNvPr id="8" name="목차 번호 02"/>
          <p:cNvSpPr txBox="1"/>
          <p:nvPr/>
        </p:nvSpPr>
        <p:spPr>
          <a:xfrm>
            <a:off x="2651760" y="4709160"/>
            <a:ext cx="1737360" cy="411480"/>
          </a:xfrm>
          <a:prstGeom prst="rect">
            <a:avLst/>
          </a:prstGeom>
          <a:noFill/>
          <a:ln/>
        </p:spPr>
        <p:txBody>
          <a:bodyPr wrap="square" lIns="0" tIns="0" rIns="0" bIns="0" rtlCol="0" anchor="ctr"/>
          <a:lstStyle/>
          <a:p>
            <a:pPr indent="0" marL="0">
              <a:buNone/>
            </a:pPr>
            <a:r>
              <a:rPr lang="en-US" sz="2000" b="1" dirty="0">
                <a:solidFill>
                  <a:schemeClr val="accent1"/>
                </a:solidFill>
              </a:rPr>
              <a:t>02</a:t>
            </a:r>
            <a:endParaRPr lang="en-US" sz="2000" dirty="0"/>
          </a:p>
        </p:txBody>
      </p:sp>
      <p:sp>
        <p:nvSpPr>
          <p:cNvPr id="9" name="목차 02"/>
          <p:cNvSpPr txBox="1"/>
          <p:nvPr/>
        </p:nvSpPr>
        <p:spPr>
          <a:xfrm>
            <a:off x="2651760" y="5120640"/>
            <a:ext cx="1783080" cy="411480"/>
          </a:xfrm>
          <a:prstGeom prst="rect">
            <a:avLst/>
          </a:prstGeom>
          <a:noFill/>
          <a:ln/>
        </p:spPr>
        <p:txBody>
          <a:bodyPr wrap="square" lIns="0" tIns="0" rIns="0" bIns="0" rtlCol="0" anchor="ctr"/>
          <a:lstStyle/>
          <a:p>
            <a:pPr indent="0" marL="0">
              <a:buNone/>
            </a:pPr>
            <a:r>
              <a:rPr lang="en-US" sz="1500" dirty="0">
                <a:solidFill>
                  <a:schemeClr val="bg1"/>
                </a:solidFill>
              </a:rPr>
              <a:t>어디서 일할까?</a:t>
            </a:r>
            <a:endParaRPr lang="en-US" sz="1500" dirty="0"/>
          </a:p>
        </p:txBody>
      </p:sp>
      <p:sp>
        <p:nvSpPr>
          <p:cNvPr id="10" name="목차 번호 03"/>
          <p:cNvSpPr txBox="1"/>
          <p:nvPr/>
        </p:nvSpPr>
        <p:spPr>
          <a:xfrm>
            <a:off x="4572000" y="4709160"/>
            <a:ext cx="1737360" cy="411480"/>
          </a:xfrm>
          <a:prstGeom prst="rect">
            <a:avLst/>
          </a:prstGeom>
          <a:noFill/>
          <a:ln/>
        </p:spPr>
        <p:txBody>
          <a:bodyPr wrap="square" lIns="0" tIns="0" rIns="0" bIns="0" rtlCol="0" anchor="ctr"/>
          <a:lstStyle/>
          <a:p>
            <a:pPr indent="0" marL="0">
              <a:buNone/>
            </a:pPr>
            <a:r>
              <a:rPr lang="en-US" sz="2000" b="1" dirty="0">
                <a:solidFill>
                  <a:schemeClr val="accent1"/>
                </a:solidFill>
              </a:rPr>
              <a:t>03</a:t>
            </a:r>
            <a:endParaRPr lang="en-US" sz="2000" dirty="0"/>
          </a:p>
        </p:txBody>
      </p:sp>
      <p:sp>
        <p:nvSpPr>
          <p:cNvPr id="11" name="목차 03"/>
          <p:cNvSpPr txBox="1"/>
          <p:nvPr/>
        </p:nvSpPr>
        <p:spPr>
          <a:xfrm>
            <a:off x="4572000" y="5120640"/>
            <a:ext cx="1783080" cy="411480"/>
          </a:xfrm>
          <a:prstGeom prst="rect">
            <a:avLst/>
          </a:prstGeom>
          <a:noFill/>
          <a:ln/>
        </p:spPr>
        <p:txBody>
          <a:bodyPr wrap="square" lIns="0" tIns="0" rIns="0" bIns="0" rtlCol="0" anchor="ctr"/>
          <a:lstStyle/>
          <a:p>
            <a:pPr indent="0" marL="0">
              <a:buNone/>
            </a:pPr>
            <a:r>
              <a:rPr lang="en-US" sz="1500" dirty="0">
                <a:solidFill>
                  <a:schemeClr val="bg1"/>
                </a:solidFill>
              </a:rPr>
              <a:t>왜 배워야 할까?</a:t>
            </a:r>
            <a:endParaRPr lang="en-US" sz="1500" dirty="0"/>
          </a:p>
        </p:txBody>
      </p:sp>
      <p:sp>
        <p:nvSpPr>
          <p:cNvPr id="12" name="드론 사진 배경"/>
          <p:cNvSpPr/>
          <p:nvPr/>
        </p:nvSpPr>
        <p:spPr>
          <a:xfrm>
            <a:off x="7086600" y="914400"/>
            <a:ext cx="4480560" cy="4754880"/>
          </a:xfrm>
          <a:prstGeom prst="roundRect">
            <a:avLst>
              <a:gd name="adj" fmla="val 3673"/>
            </a:avLst>
          </a:prstGeom>
          <a:solidFill>
            <a:srgbClr val="1C252C"/>
          </a:solidFill>
          <a:ln/>
        </p:spPr>
      </p:sp>
      <p:pic>
        <p:nvPicPr>
          <p:cNvPr id="13" name="이글 드론 사진" descr="주황색 몸체의 이글 교육용 드론을 위에서 본 모습">    </p:cNvPr>
          <p:cNvPicPr>
            <a:picLocks noChangeAspect="1"/>
          </p:cNvPicPr>
          <p:nvPr/>
        </p:nvPicPr>
        <p:blipFill>
          <a:blip r:embed="rId1"/>
          <a:stretch>
            <a:fillRect/>
          </a:stretch>
        </p:blipFill>
        <p:spPr>
          <a:xfrm>
            <a:off x="7406640" y="1188720"/>
            <a:ext cx="3840480" cy="3685032"/>
          </a:xfrm>
          <a:prstGeom prst="rect">
            <a:avLst/>
          </a:prstGeom>
        </p:spPr>
      </p:pic>
      <p:sp>
        <p:nvSpPr>
          <p:cNvPr id="14" name="사진 설명"/>
          <p:cNvSpPr txBox="1"/>
          <p:nvPr/>
        </p:nvSpPr>
        <p:spPr>
          <a:xfrm>
            <a:off x="7086600" y="5029200"/>
            <a:ext cx="4480560" cy="457200"/>
          </a:xfrm>
          <a:prstGeom prst="rect">
            <a:avLst/>
          </a:prstGeom>
          <a:noFill/>
          <a:ln/>
        </p:spPr>
        <p:txBody>
          <a:bodyPr wrap="square" lIns="0" tIns="0" rIns="0" bIns="0" rtlCol="0" anchor="ctr"/>
          <a:lstStyle/>
          <a:p>
            <a:pPr algn="ctr" indent="0" marL="0">
              <a:buNone/>
            </a:pPr>
            <a:r>
              <a:rPr lang="en-US" sz="1300" dirty="0">
                <a:solidFill>
                  <a:schemeClr val="bg2"/>
                </a:solidFill>
              </a:rPr>
              <a:t>오늘의 주인공  ·  이글 교육용 드론 (90g)</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'드론' 하면 떠오르는 것은?</a:t>
            </a:r>
            <a:endParaRPr lang="en-US" sz="3200" dirty="0"/>
          </a:p>
        </p:txBody>
      </p:sp>
      <p:sp>
        <p:nvSpPr>
          <p:cNvPr id="3" name="촬영 연결선"/>
          <p:cNvSpPr/>
          <p:nvPr/>
        </p:nvSpPr>
        <p:spPr>
          <a:xfrm>
            <a:off x="4206240" y="2697480"/>
            <a:ext cx="1113721" cy="47073"/>
          </a:xfrm>
          <a:prstGeom prst="line">
            <a:avLst/>
          </a:prstGeom>
          <a:noFill/>
          <a:ln w="19050">
            <a:solidFill>
              <a:schemeClr val="accent6"/>
            </a:solidFill>
            <a:prstDash val="dash"/>
          </a:ln>
        </p:spPr>
      </p:sp>
      <p:sp>
        <p:nvSpPr>
          <p:cNvPr id="4" name="택배 연결선"/>
          <p:cNvSpPr/>
          <p:nvPr/>
        </p:nvSpPr>
        <p:spPr>
          <a:xfrm flipV="1">
            <a:off x="6871734" y="2697480"/>
            <a:ext cx="1110978" cy="47073"/>
          </a:xfrm>
          <a:prstGeom prst="line">
            <a:avLst/>
          </a:prstGeom>
          <a:noFill/>
          <a:ln w="19050">
            <a:solidFill>
              <a:schemeClr val="accent6"/>
            </a:solidFill>
            <a:prstDash val="dash"/>
          </a:ln>
        </p:spPr>
      </p:sp>
      <p:sp>
        <p:nvSpPr>
          <p:cNvPr id="5" name="장난감 연결선"/>
          <p:cNvSpPr/>
          <p:nvPr/>
        </p:nvSpPr>
        <p:spPr>
          <a:xfrm flipV="1">
            <a:off x="4206240" y="4160520"/>
            <a:ext cx="1113721" cy="135807"/>
          </a:xfrm>
          <a:prstGeom prst="line">
            <a:avLst/>
          </a:prstGeom>
          <a:noFill/>
          <a:ln w="19050">
            <a:solidFill>
              <a:schemeClr val="accent6"/>
            </a:solidFill>
            <a:prstDash val="dash"/>
          </a:ln>
        </p:spPr>
      </p:sp>
      <p:sp>
        <p:nvSpPr>
          <p:cNvPr id="6" name="드론 쇼 연결선"/>
          <p:cNvSpPr/>
          <p:nvPr/>
        </p:nvSpPr>
        <p:spPr>
          <a:xfrm>
            <a:off x="6871734" y="4160520"/>
            <a:ext cx="1110978" cy="135807"/>
          </a:xfrm>
          <a:prstGeom prst="line">
            <a:avLst/>
          </a:prstGeom>
          <a:noFill/>
          <a:ln w="19050">
            <a:solidFill>
              <a:schemeClr val="accent6"/>
            </a:solidFill>
            <a:prstDash val="dash"/>
          </a:ln>
        </p:spPr>
      </p:sp>
      <p:sp>
        <p:nvSpPr>
          <p:cNvPr id="7" name="가운데 원"/>
          <p:cNvSpPr/>
          <p:nvPr/>
        </p:nvSpPr>
        <p:spPr>
          <a:xfrm>
            <a:off x="4998568" y="2423160"/>
            <a:ext cx="2194560" cy="2194560"/>
          </a:xfrm>
          <a:prstGeom prst="ellipse">
            <a:avLst/>
          </a:prstGeom>
          <a:solidFill>
            <a:schemeClr val="tx2"/>
          </a:solidFill>
          <a:ln/>
          <a:effectLst>
            <a:outerShdw sx="100000" sy="100000" kx="0" ky="0" algn="bl" rotWithShape="0" blurRad="101600" dist="25400" dir="5400000">
              <a:srgbClr val="0B1F3A">
                <a:alpha val="16000"/>
              </a:srgbClr>
            </a:outerShdw>
          </a:effectLst>
        </p:spPr>
      </p:sp>
      <p:pic>
        <p:nvPicPr>
          <p:cNvPr id="8" name="드론 아이콘" descr="드론 아이콘">    </p:cNvPr>
          <p:cNvPicPr>
            <a:picLocks noChangeAspect="1"/>
          </p:cNvPicPr>
          <p:nvPr/>
        </p:nvPicPr>
        <p:blipFill>
          <a:blip r:embed="rId1"/>
          <a:stretch>
            <a:fillRect/>
          </a:stretch>
        </p:blipFill>
        <p:spPr>
          <a:xfrm>
            <a:off x="5730088" y="2651760"/>
            <a:ext cx="731520" cy="731520"/>
          </a:xfrm>
          <a:prstGeom prst="rect">
            <a:avLst/>
          </a:prstGeom>
        </p:spPr>
      </p:pic>
      <p:sp>
        <p:nvSpPr>
          <p:cNvPr id="9" name="가운데 글자"/>
          <p:cNvSpPr txBox="1"/>
          <p:nvPr/>
        </p:nvSpPr>
        <p:spPr>
          <a:xfrm>
            <a:off x="4998568" y="3429000"/>
            <a:ext cx="2194560" cy="731520"/>
          </a:xfrm>
          <a:prstGeom prst="rect">
            <a:avLst/>
          </a:prstGeom>
          <a:noFill/>
          <a:ln/>
        </p:spPr>
        <p:txBody>
          <a:bodyPr wrap="square" lIns="0" tIns="0" rIns="0" bIns="0" rtlCol="0" anchor="ctr"/>
          <a:lstStyle/>
          <a:p>
            <a:pPr algn="ctr" indent="0" marL="0">
              <a:buNone/>
            </a:pPr>
            <a:r>
              <a:rPr lang="en-US" sz="3600" b="1" dirty="0">
                <a:solidFill>
                  <a:schemeClr val="bg1"/>
                </a:solidFill>
              </a:rPr>
              <a:t>드론</a:t>
            </a:r>
            <a:endParaRPr lang="en-US" sz="3600" dirty="0"/>
          </a:p>
        </p:txBody>
      </p:sp>
      <p:sp>
        <p:nvSpPr>
          <p:cNvPr id="10" name="촬영 카드"/>
          <p:cNvSpPr/>
          <p:nvPr/>
        </p:nvSpPr>
        <p:spPr>
          <a:xfrm>
            <a:off x="1097280" y="1600200"/>
            <a:ext cx="3108960" cy="1097280"/>
          </a:xfrm>
          <a:prstGeom prst="roundRect">
            <a:avLst>
              <a:gd name="adj" fmla="val 15000"/>
            </a:avLst>
          </a:prstGeom>
          <a:solidFill>
            <a:schemeClr val="bg2"/>
          </a:solidFill>
          <a:ln/>
          <a:effectLst>
            <a:outerShdw sx="100000" sy="100000" kx="0" ky="0" algn="bl" rotWithShape="0" blurRad="101600" dist="25400" dir="5400000">
              <a:srgbClr val="0B1F3A">
                <a:alpha val="16000"/>
              </a:srgbClr>
            </a:outerShdw>
          </a:effectLst>
        </p:spPr>
      </p:sp>
      <p:sp>
        <p:nvSpPr>
          <p:cNvPr id="11" name="촬영 원"/>
          <p:cNvSpPr/>
          <p:nvPr/>
        </p:nvSpPr>
        <p:spPr>
          <a:xfrm>
            <a:off x="1325880" y="1828800"/>
            <a:ext cx="640080" cy="640080"/>
          </a:xfrm>
          <a:prstGeom prst="ellipse">
            <a:avLst/>
          </a:prstGeom>
          <a:solidFill>
            <a:schemeClr val="accent2"/>
          </a:solidFill>
          <a:ln/>
        </p:spPr>
      </p:sp>
      <p:pic>
        <p:nvPicPr>
          <p:cNvPr id="12" name="촬영 아이콘" descr="촬영">    </p:cNvPr>
          <p:cNvPicPr>
            <a:picLocks noChangeAspect="1"/>
          </p:cNvPicPr>
          <p:nvPr/>
        </p:nvPicPr>
        <p:blipFill>
          <a:blip r:embed="rId2"/>
          <a:stretch>
            <a:fillRect/>
          </a:stretch>
        </p:blipFill>
        <p:spPr>
          <a:xfrm>
            <a:off x="1479499" y="1982419"/>
            <a:ext cx="332842" cy="332842"/>
          </a:xfrm>
          <a:prstGeom prst="rect">
            <a:avLst/>
          </a:prstGeom>
        </p:spPr>
      </p:pic>
      <p:sp>
        <p:nvSpPr>
          <p:cNvPr id="13" name="촬영 제목"/>
          <p:cNvSpPr txBox="1"/>
          <p:nvPr/>
        </p:nvSpPr>
        <p:spPr>
          <a:xfrm>
            <a:off x="2148840" y="1764792"/>
            <a:ext cx="1920240" cy="411480"/>
          </a:xfrm>
          <a:prstGeom prst="rect">
            <a:avLst/>
          </a:prstGeom>
          <a:noFill/>
          <a:ln/>
        </p:spPr>
        <p:txBody>
          <a:bodyPr wrap="square" lIns="0" tIns="0" rIns="0" bIns="0" rtlCol="0" anchor="ctr"/>
          <a:lstStyle/>
          <a:p>
            <a:pPr indent="0" marL="0">
              <a:buNone/>
            </a:pPr>
            <a:r>
              <a:rPr lang="en-US" sz="2000" b="1" dirty="0">
                <a:solidFill>
                  <a:schemeClr val="tx2"/>
                </a:solidFill>
              </a:rPr>
              <a:t>촬영</a:t>
            </a:r>
            <a:endParaRPr lang="en-US" sz="2000" dirty="0"/>
          </a:p>
        </p:txBody>
      </p:sp>
      <p:sp>
        <p:nvSpPr>
          <p:cNvPr id="14" name="촬영 설명"/>
          <p:cNvSpPr txBox="1"/>
          <p:nvPr/>
        </p:nvSpPr>
        <p:spPr>
          <a:xfrm>
            <a:off x="2148840" y="2167128"/>
            <a:ext cx="1965960" cy="365760"/>
          </a:xfrm>
          <a:prstGeom prst="rect">
            <a:avLst/>
          </a:prstGeom>
          <a:noFill/>
          <a:ln/>
        </p:spPr>
        <p:txBody>
          <a:bodyPr wrap="square" lIns="0" tIns="0" rIns="0" bIns="0" rtlCol="0" anchor="ctr"/>
          <a:lstStyle/>
          <a:p>
            <a:pPr indent="0" marL="0">
              <a:buNone/>
            </a:pPr>
            <a:r>
              <a:rPr lang="en-US" sz="1200" dirty="0">
                <a:solidFill>
                  <a:schemeClr val="tx1"/>
                </a:solidFill>
              </a:rPr>
              <a:t>하늘에서 찍은 사진·영상</a:t>
            </a:r>
            <a:endParaRPr lang="en-US" sz="1200" dirty="0"/>
          </a:p>
        </p:txBody>
      </p:sp>
      <p:sp>
        <p:nvSpPr>
          <p:cNvPr id="15" name="택배 카드"/>
          <p:cNvSpPr/>
          <p:nvPr/>
        </p:nvSpPr>
        <p:spPr>
          <a:xfrm>
            <a:off x="7982712" y="1600200"/>
            <a:ext cx="3108960" cy="1097280"/>
          </a:xfrm>
          <a:prstGeom prst="roundRect">
            <a:avLst>
              <a:gd name="adj" fmla="val 15000"/>
            </a:avLst>
          </a:prstGeom>
          <a:solidFill>
            <a:schemeClr val="bg2"/>
          </a:solidFill>
          <a:ln/>
          <a:effectLst>
            <a:outerShdw sx="100000" sy="100000" kx="0" ky="0" algn="bl" rotWithShape="0" blurRad="101600" dist="25400" dir="5400000">
              <a:srgbClr val="0B1F3A">
                <a:alpha val="16000"/>
              </a:srgbClr>
            </a:outerShdw>
          </a:effectLst>
        </p:spPr>
      </p:sp>
      <p:sp>
        <p:nvSpPr>
          <p:cNvPr id="16" name="택배 원"/>
          <p:cNvSpPr/>
          <p:nvPr/>
        </p:nvSpPr>
        <p:spPr>
          <a:xfrm>
            <a:off x="8211312" y="1828800"/>
            <a:ext cx="640080" cy="640080"/>
          </a:xfrm>
          <a:prstGeom prst="ellipse">
            <a:avLst/>
          </a:prstGeom>
          <a:solidFill>
            <a:schemeClr val="accent1"/>
          </a:solidFill>
          <a:ln/>
        </p:spPr>
      </p:sp>
      <p:pic>
        <p:nvPicPr>
          <p:cNvPr id="17" name="택배 아이콘" descr="택배">    </p:cNvPr>
          <p:cNvPicPr>
            <a:picLocks noChangeAspect="1"/>
          </p:cNvPicPr>
          <p:nvPr/>
        </p:nvPicPr>
        <p:blipFill>
          <a:blip r:embed="rId3"/>
          <a:stretch>
            <a:fillRect/>
          </a:stretch>
        </p:blipFill>
        <p:spPr>
          <a:xfrm>
            <a:off x="8364931" y="1982419"/>
            <a:ext cx="332842" cy="332842"/>
          </a:xfrm>
          <a:prstGeom prst="rect">
            <a:avLst/>
          </a:prstGeom>
        </p:spPr>
      </p:pic>
      <p:sp>
        <p:nvSpPr>
          <p:cNvPr id="18" name="택배 제목"/>
          <p:cNvSpPr txBox="1"/>
          <p:nvPr/>
        </p:nvSpPr>
        <p:spPr>
          <a:xfrm>
            <a:off x="9034272" y="1764792"/>
            <a:ext cx="1920240" cy="411480"/>
          </a:xfrm>
          <a:prstGeom prst="rect">
            <a:avLst/>
          </a:prstGeom>
          <a:noFill/>
          <a:ln/>
        </p:spPr>
        <p:txBody>
          <a:bodyPr wrap="square" lIns="0" tIns="0" rIns="0" bIns="0" rtlCol="0" anchor="ctr"/>
          <a:lstStyle/>
          <a:p>
            <a:pPr indent="0" marL="0">
              <a:buNone/>
            </a:pPr>
            <a:r>
              <a:rPr lang="en-US" sz="2000" b="1" dirty="0">
                <a:solidFill>
                  <a:schemeClr val="tx2"/>
                </a:solidFill>
              </a:rPr>
              <a:t>택배</a:t>
            </a:r>
            <a:endParaRPr lang="en-US" sz="2000" dirty="0"/>
          </a:p>
        </p:txBody>
      </p:sp>
      <p:sp>
        <p:nvSpPr>
          <p:cNvPr id="19" name="택배 설명"/>
          <p:cNvSpPr txBox="1"/>
          <p:nvPr/>
        </p:nvSpPr>
        <p:spPr>
          <a:xfrm>
            <a:off x="9034272" y="2167128"/>
            <a:ext cx="1965960" cy="365760"/>
          </a:xfrm>
          <a:prstGeom prst="rect">
            <a:avLst/>
          </a:prstGeom>
          <a:noFill/>
          <a:ln/>
        </p:spPr>
        <p:txBody>
          <a:bodyPr wrap="square" lIns="0" tIns="0" rIns="0" bIns="0" rtlCol="0" anchor="ctr"/>
          <a:lstStyle/>
          <a:p>
            <a:pPr indent="0" marL="0">
              <a:buNone/>
            </a:pPr>
            <a:r>
              <a:rPr lang="en-US" sz="1200" dirty="0">
                <a:solidFill>
                  <a:schemeClr val="tx1"/>
                </a:solidFill>
              </a:rPr>
              <a:t>물건을 날라 주는 드론</a:t>
            </a:r>
            <a:endParaRPr lang="en-US" sz="1200" dirty="0"/>
          </a:p>
        </p:txBody>
      </p:sp>
      <p:sp>
        <p:nvSpPr>
          <p:cNvPr id="20" name="장난감 카드"/>
          <p:cNvSpPr/>
          <p:nvPr/>
        </p:nvSpPr>
        <p:spPr>
          <a:xfrm>
            <a:off x="1097280" y="4160520"/>
            <a:ext cx="3108960" cy="1097280"/>
          </a:xfrm>
          <a:prstGeom prst="roundRect">
            <a:avLst>
              <a:gd name="adj" fmla="val 15000"/>
            </a:avLst>
          </a:prstGeom>
          <a:solidFill>
            <a:schemeClr val="bg2"/>
          </a:solidFill>
          <a:ln/>
          <a:effectLst>
            <a:outerShdw sx="100000" sy="100000" kx="0" ky="0" algn="bl" rotWithShape="0" blurRad="101600" dist="25400" dir="5400000">
              <a:srgbClr val="0B1F3A">
                <a:alpha val="16000"/>
              </a:srgbClr>
            </a:outerShdw>
          </a:effectLst>
        </p:spPr>
      </p:sp>
      <p:sp>
        <p:nvSpPr>
          <p:cNvPr id="21" name="장난감 원"/>
          <p:cNvSpPr/>
          <p:nvPr/>
        </p:nvSpPr>
        <p:spPr>
          <a:xfrm>
            <a:off x="1325880" y="4389120"/>
            <a:ext cx="640080" cy="640080"/>
          </a:xfrm>
          <a:prstGeom prst="ellipse">
            <a:avLst/>
          </a:prstGeom>
          <a:solidFill>
            <a:schemeClr val="accent3"/>
          </a:solidFill>
          <a:ln/>
        </p:spPr>
      </p:sp>
      <p:pic>
        <p:nvPicPr>
          <p:cNvPr id="22" name="장난감 아이콘" descr="장난감">    </p:cNvPr>
          <p:cNvPicPr>
            <a:picLocks noChangeAspect="1"/>
          </p:cNvPicPr>
          <p:nvPr/>
        </p:nvPicPr>
        <p:blipFill>
          <a:blip r:embed="rId4"/>
          <a:stretch>
            <a:fillRect/>
          </a:stretch>
        </p:blipFill>
        <p:spPr>
          <a:xfrm>
            <a:off x="1479499" y="4542739"/>
            <a:ext cx="332842" cy="332842"/>
          </a:xfrm>
          <a:prstGeom prst="rect">
            <a:avLst/>
          </a:prstGeom>
        </p:spPr>
      </p:pic>
      <p:sp>
        <p:nvSpPr>
          <p:cNvPr id="23" name="장난감 제목"/>
          <p:cNvSpPr txBox="1"/>
          <p:nvPr/>
        </p:nvSpPr>
        <p:spPr>
          <a:xfrm>
            <a:off x="2148840" y="4325112"/>
            <a:ext cx="1920240" cy="411480"/>
          </a:xfrm>
          <a:prstGeom prst="rect">
            <a:avLst/>
          </a:prstGeom>
          <a:noFill/>
          <a:ln/>
        </p:spPr>
        <p:txBody>
          <a:bodyPr wrap="square" lIns="0" tIns="0" rIns="0" bIns="0" rtlCol="0" anchor="ctr"/>
          <a:lstStyle/>
          <a:p>
            <a:pPr indent="0" marL="0">
              <a:buNone/>
            </a:pPr>
            <a:r>
              <a:rPr lang="en-US" sz="2000" b="1" dirty="0">
                <a:solidFill>
                  <a:schemeClr val="tx2"/>
                </a:solidFill>
              </a:rPr>
              <a:t>장난감</a:t>
            </a:r>
            <a:endParaRPr lang="en-US" sz="2000" dirty="0"/>
          </a:p>
        </p:txBody>
      </p:sp>
      <p:sp>
        <p:nvSpPr>
          <p:cNvPr id="24" name="장난감 설명"/>
          <p:cNvSpPr txBox="1"/>
          <p:nvPr/>
        </p:nvSpPr>
        <p:spPr>
          <a:xfrm>
            <a:off x="2148840" y="4727448"/>
            <a:ext cx="1965960" cy="365760"/>
          </a:xfrm>
          <a:prstGeom prst="rect">
            <a:avLst/>
          </a:prstGeom>
          <a:noFill/>
          <a:ln/>
        </p:spPr>
        <p:txBody>
          <a:bodyPr wrap="square" lIns="0" tIns="0" rIns="0" bIns="0" rtlCol="0" anchor="ctr"/>
          <a:lstStyle/>
          <a:p>
            <a:pPr indent="0" marL="0">
              <a:buNone/>
            </a:pPr>
            <a:r>
              <a:rPr lang="en-US" sz="1200" dirty="0">
                <a:solidFill>
                  <a:schemeClr val="tx1"/>
                </a:solidFill>
              </a:rPr>
              <a:t>리모컨으로 날리는 드론</a:t>
            </a:r>
            <a:endParaRPr lang="en-US" sz="1200" dirty="0"/>
          </a:p>
        </p:txBody>
      </p:sp>
      <p:sp>
        <p:nvSpPr>
          <p:cNvPr id="25" name="드론 쇼 카드"/>
          <p:cNvSpPr/>
          <p:nvPr/>
        </p:nvSpPr>
        <p:spPr>
          <a:xfrm>
            <a:off x="7982712" y="4160520"/>
            <a:ext cx="3108960" cy="1097280"/>
          </a:xfrm>
          <a:prstGeom prst="roundRect">
            <a:avLst>
              <a:gd name="adj" fmla="val 15000"/>
            </a:avLst>
          </a:prstGeom>
          <a:solidFill>
            <a:schemeClr val="bg2"/>
          </a:solidFill>
          <a:ln/>
          <a:effectLst>
            <a:outerShdw sx="100000" sy="100000" kx="0" ky="0" algn="bl" rotWithShape="0" blurRad="101600" dist="25400" dir="5400000">
              <a:srgbClr val="0B1F3A">
                <a:alpha val="16000"/>
              </a:srgbClr>
            </a:outerShdw>
          </a:effectLst>
        </p:spPr>
      </p:sp>
      <p:sp>
        <p:nvSpPr>
          <p:cNvPr id="26" name="드론 쇼 원"/>
          <p:cNvSpPr/>
          <p:nvPr/>
        </p:nvSpPr>
        <p:spPr>
          <a:xfrm>
            <a:off x="8211312" y="4389120"/>
            <a:ext cx="640080" cy="640080"/>
          </a:xfrm>
          <a:prstGeom prst="ellipse">
            <a:avLst/>
          </a:prstGeom>
          <a:solidFill>
            <a:schemeClr val="accent5"/>
          </a:solidFill>
          <a:ln/>
        </p:spPr>
      </p:sp>
      <p:pic>
        <p:nvPicPr>
          <p:cNvPr id="27" name="드론 쇼 아이콘" descr="드론 쇼">    </p:cNvPr>
          <p:cNvPicPr>
            <a:picLocks noChangeAspect="1"/>
          </p:cNvPicPr>
          <p:nvPr/>
        </p:nvPicPr>
        <p:blipFill>
          <a:blip r:embed="rId5"/>
          <a:stretch>
            <a:fillRect/>
          </a:stretch>
        </p:blipFill>
        <p:spPr>
          <a:xfrm>
            <a:off x="8364931" y="4542739"/>
            <a:ext cx="332842" cy="332842"/>
          </a:xfrm>
          <a:prstGeom prst="rect">
            <a:avLst/>
          </a:prstGeom>
        </p:spPr>
      </p:pic>
      <p:sp>
        <p:nvSpPr>
          <p:cNvPr id="28" name="드론 쇼 제목"/>
          <p:cNvSpPr txBox="1"/>
          <p:nvPr/>
        </p:nvSpPr>
        <p:spPr>
          <a:xfrm>
            <a:off x="9034272" y="4325112"/>
            <a:ext cx="1920240" cy="411480"/>
          </a:xfrm>
          <a:prstGeom prst="rect">
            <a:avLst/>
          </a:prstGeom>
          <a:noFill/>
          <a:ln/>
        </p:spPr>
        <p:txBody>
          <a:bodyPr wrap="square" lIns="0" tIns="0" rIns="0" bIns="0" rtlCol="0" anchor="ctr"/>
          <a:lstStyle/>
          <a:p>
            <a:pPr indent="0" marL="0">
              <a:buNone/>
            </a:pPr>
            <a:r>
              <a:rPr lang="en-US" sz="2000" b="1" dirty="0">
                <a:solidFill>
                  <a:schemeClr val="tx2"/>
                </a:solidFill>
              </a:rPr>
              <a:t>드론 쇼</a:t>
            </a:r>
            <a:endParaRPr lang="en-US" sz="2000" dirty="0"/>
          </a:p>
        </p:txBody>
      </p:sp>
      <p:sp>
        <p:nvSpPr>
          <p:cNvPr id="29" name="드론 쇼 설명"/>
          <p:cNvSpPr txBox="1"/>
          <p:nvPr/>
        </p:nvSpPr>
        <p:spPr>
          <a:xfrm>
            <a:off x="9034272" y="4727448"/>
            <a:ext cx="1965960" cy="365760"/>
          </a:xfrm>
          <a:prstGeom prst="rect">
            <a:avLst/>
          </a:prstGeom>
          <a:noFill/>
          <a:ln/>
        </p:spPr>
        <p:txBody>
          <a:bodyPr wrap="square" lIns="0" tIns="0" rIns="0" bIns="0" rtlCol="0" anchor="ctr"/>
          <a:lstStyle/>
          <a:p>
            <a:pPr indent="0" marL="0">
              <a:buNone/>
            </a:pPr>
            <a:r>
              <a:rPr lang="en-US" sz="1200" dirty="0">
                <a:solidFill>
                  <a:schemeClr val="tx1"/>
                </a:solidFill>
              </a:rPr>
              <a:t>밤하늘을 수놓는 불빛</a:t>
            </a:r>
            <a:endParaRPr lang="en-US" sz="1200" dirty="0"/>
          </a:p>
        </p:txBody>
      </p:sp>
      <p:sp>
        <p:nvSpPr>
          <p:cNvPr id="30" name="정리 문장"/>
          <p:cNvSpPr txBox="1"/>
          <p:nvPr/>
        </p:nvSpPr>
        <p:spPr>
          <a:xfrm>
            <a:off x="548640" y="5806440"/>
            <a:ext cx="11064240" cy="411480"/>
          </a:xfrm>
          <a:prstGeom prst="rect">
            <a:avLst/>
          </a:prstGeom>
          <a:noFill/>
          <a:ln/>
        </p:spPr>
        <p:txBody>
          <a:bodyPr wrap="square" lIns="0" tIns="0" rIns="0" bIns="0" rtlCol="0" anchor="ctr"/>
          <a:lstStyle/>
          <a:p>
            <a:pPr algn="ctr" indent="0" marL="0">
              <a:buNone/>
            </a:pPr>
            <a:r>
              <a:rPr lang="en-US" sz="1600" b="1" dirty="0">
                <a:solidFill>
                  <a:schemeClr val="accent1"/>
                </a:solidFill>
              </a:rPr>
              <a:t>드론은 이미 우리 생활 곳곳에 들어와 있어요</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드론이란?</a:t>
            </a:r>
            <a:endParaRPr lang="en-US" sz="3200" dirty="0"/>
          </a:p>
        </p:txBody>
      </p:sp>
      <p:sp>
        <p:nvSpPr>
          <p:cNvPr id="3" name="이름 이야기 카드"/>
          <p:cNvSpPr/>
          <p:nvPr/>
        </p:nvSpPr>
        <p:spPr>
          <a:xfrm>
            <a:off x="548640" y="1325880"/>
            <a:ext cx="4846320" cy="4800600"/>
          </a:xfrm>
          <a:prstGeom prst="roundRect">
            <a:avLst>
              <a:gd name="adj" fmla="val 3429"/>
            </a:avLst>
          </a:prstGeom>
          <a:solidFill>
            <a:schemeClr val="bg2"/>
          </a:solidFill>
          <a:ln/>
        </p:spPr>
      </p:sp>
      <p:sp>
        <p:nvSpPr>
          <p:cNvPr id="4" name="이름 라벨"/>
          <p:cNvSpPr txBox="1"/>
          <p:nvPr/>
        </p:nvSpPr>
        <p:spPr>
          <a:xfrm>
            <a:off x="868680" y="1554480"/>
            <a:ext cx="2743200" cy="365760"/>
          </a:xfrm>
          <a:prstGeom prst="rect">
            <a:avLst/>
          </a:prstGeom>
          <a:noFill/>
          <a:ln/>
        </p:spPr>
        <p:txBody>
          <a:bodyPr wrap="square" lIns="0" tIns="0" rIns="0" bIns="0" rtlCol="0" anchor="ctr"/>
          <a:lstStyle/>
          <a:p>
            <a:pPr indent="0" marL="0">
              <a:buNone/>
            </a:pPr>
            <a:r>
              <a:rPr lang="en-US" sz="1500" b="1" dirty="0">
                <a:solidFill>
                  <a:schemeClr val="accent1"/>
                </a:solidFill>
              </a:rPr>
              <a:t>이름 이야기</a:t>
            </a:r>
            <a:endParaRPr lang="en-US" sz="1500" dirty="0"/>
          </a:p>
        </p:txBody>
      </p:sp>
      <p:sp>
        <p:nvSpPr>
          <p:cNvPr id="5" name="꿀벌 원"/>
          <p:cNvSpPr/>
          <p:nvPr/>
        </p:nvSpPr>
        <p:spPr>
          <a:xfrm>
            <a:off x="914400" y="2148840"/>
            <a:ext cx="1371600" cy="1371600"/>
          </a:xfrm>
          <a:prstGeom prst="ellipse">
            <a:avLst/>
          </a:prstGeom>
          <a:solidFill>
            <a:schemeClr val="accent4"/>
          </a:solidFill>
          <a:ln/>
        </p:spPr>
      </p:sp>
      <p:pic>
        <p:nvPicPr>
          <p:cNvPr id="6" name="꿀벌 아이콘" descr="꿀벌">    </p:cNvPr>
          <p:cNvPicPr>
            <a:picLocks noChangeAspect="1"/>
          </p:cNvPicPr>
          <p:nvPr/>
        </p:nvPicPr>
        <p:blipFill>
          <a:blip r:embed="rId1"/>
          <a:stretch>
            <a:fillRect/>
          </a:stretch>
        </p:blipFill>
        <p:spPr>
          <a:xfrm>
            <a:off x="1243584" y="2478024"/>
            <a:ext cx="713232" cy="713232"/>
          </a:xfrm>
          <a:prstGeom prst="rect">
            <a:avLst/>
          </a:prstGeom>
        </p:spPr>
      </p:pic>
      <p:sp>
        <p:nvSpPr>
          <p:cNvPr id="7" name="drone 글자"/>
          <p:cNvSpPr txBox="1"/>
          <p:nvPr/>
        </p:nvSpPr>
        <p:spPr>
          <a:xfrm>
            <a:off x="2560320" y="2148840"/>
            <a:ext cx="2651760" cy="731520"/>
          </a:xfrm>
          <a:prstGeom prst="rect">
            <a:avLst/>
          </a:prstGeom>
          <a:noFill/>
          <a:ln/>
        </p:spPr>
        <p:txBody>
          <a:bodyPr wrap="square" lIns="0" tIns="0" rIns="0" bIns="0" rtlCol="0" anchor="ctr"/>
          <a:lstStyle/>
          <a:p>
            <a:pPr indent="0" marL="0">
              <a:buNone/>
            </a:pPr>
            <a:r>
              <a:rPr lang="en-US" sz="4000" b="1" dirty="0">
                <a:solidFill>
                  <a:schemeClr val="tx2"/>
                </a:solidFill>
              </a:rPr>
              <a:t>drone</a:t>
            </a:r>
            <a:endParaRPr lang="en-US" sz="4000" dirty="0"/>
          </a:p>
        </p:txBody>
      </p:sp>
      <p:sp>
        <p:nvSpPr>
          <p:cNvPr id="8" name="수벌 뜻"/>
          <p:cNvSpPr txBox="1"/>
          <p:nvPr/>
        </p:nvSpPr>
        <p:spPr>
          <a:xfrm>
            <a:off x="2560320" y="2880360"/>
            <a:ext cx="2651760" cy="457200"/>
          </a:xfrm>
          <a:prstGeom prst="rect">
            <a:avLst/>
          </a:prstGeom>
          <a:noFill/>
          <a:ln/>
        </p:spPr>
        <p:txBody>
          <a:bodyPr wrap="square" lIns="0" tIns="0" rIns="0" bIns="0" rtlCol="0" anchor="ctr"/>
          <a:lstStyle/>
          <a:p>
            <a:pPr indent="0" marL="0">
              <a:buNone/>
            </a:pPr>
            <a:r>
              <a:rPr lang="en-US" sz="2000" b="1" dirty="0">
                <a:solidFill>
                  <a:schemeClr val="tx1"/>
                </a:solidFill>
              </a:rPr>
              <a:t>= 영어로 '수벌'</a:t>
            </a:r>
            <a:endParaRPr lang="en-US" sz="2000" dirty="0"/>
          </a:p>
        </p:txBody>
      </p:sp>
      <p:sp>
        <p:nvSpPr>
          <p:cNvPr id="9" name="소리 배경"/>
          <p:cNvSpPr/>
          <p:nvPr/>
        </p:nvSpPr>
        <p:spPr>
          <a:xfrm>
            <a:off x="914400" y="4206240"/>
            <a:ext cx="2011680" cy="502920"/>
          </a:xfrm>
          <a:prstGeom prst="roundRect">
            <a:avLst>
              <a:gd name="adj" fmla="val 50000"/>
            </a:avLst>
          </a:prstGeom>
          <a:solidFill>
            <a:schemeClr val="accent1"/>
          </a:solidFill>
          <a:ln/>
        </p:spPr>
      </p:sp>
      <p:sp>
        <p:nvSpPr>
          <p:cNvPr id="10" name="소리"/>
          <p:cNvSpPr txBox="1"/>
          <p:nvPr/>
        </p:nvSpPr>
        <p:spPr>
          <a:xfrm>
            <a:off x="914400" y="4206240"/>
            <a:ext cx="2011680" cy="502920"/>
          </a:xfrm>
          <a:prstGeom prst="rect">
            <a:avLst/>
          </a:prstGeom>
          <a:noFill/>
          <a:ln/>
        </p:spPr>
        <p:txBody>
          <a:bodyPr wrap="square" lIns="0" tIns="0" rIns="0" bIns="0" rtlCol="0" anchor="ctr"/>
          <a:lstStyle/>
          <a:p>
            <a:pPr algn="ctr" indent="0" marL="0">
              <a:buNone/>
            </a:pPr>
            <a:r>
              <a:rPr lang="en-US" sz="1500" b="1" dirty="0">
                <a:solidFill>
                  <a:schemeClr val="bg1"/>
                </a:solidFill>
              </a:rPr>
              <a:t>웅웅~ 웅웅~</a:t>
            </a:r>
            <a:endParaRPr lang="en-US" sz="1500" dirty="0"/>
          </a:p>
        </p:txBody>
      </p:sp>
      <p:sp>
        <p:nvSpPr>
          <p:cNvPr id="11" name="이름 설명"/>
          <p:cNvSpPr txBox="1"/>
          <p:nvPr/>
        </p:nvSpPr>
        <p:spPr>
          <a:xfrm>
            <a:off x="914400" y="4892040"/>
            <a:ext cx="4206240" cy="914400"/>
          </a:xfrm>
          <a:prstGeom prst="rect">
            <a:avLst/>
          </a:prstGeom>
          <a:noFill/>
          <a:ln/>
        </p:spPr>
        <p:txBody>
          <a:bodyPr wrap="square" lIns="0" tIns="0" rIns="0" bIns="0" rtlCol="0" anchor="t"/>
          <a:lstStyle/>
          <a:p>
            <a:pPr indent="0" marL="0">
              <a:buNone/>
            </a:pPr>
            <a:r>
              <a:rPr lang="en-US" sz="1600" dirty="0">
                <a:solidFill>
                  <a:schemeClr val="tx1"/>
                </a:solidFill>
              </a:rPr>
              <a:t>날 때 나는 소리가</a:t>
            </a:r>
            <a:endParaRPr lang="en-US" sz="1600" dirty="0"/>
          </a:p>
          <a:p>
            <a:pPr indent="0" marL="0">
              <a:buNone/>
            </a:pPr>
            <a:r>
              <a:rPr lang="en-US" sz="1600" dirty="0">
                <a:solidFill>
                  <a:schemeClr val="tx1"/>
                </a:solidFill>
              </a:rPr>
              <a:t>벌의 날갯짓 소리와 닮았어요</a:t>
            </a:r>
            <a:endParaRPr lang="en-US" sz="1600" dirty="0"/>
          </a:p>
        </p:txBody>
      </p:sp>
      <p:sp>
        <p:nvSpPr>
          <p:cNvPr id="12" name="정의 카드"/>
          <p:cNvSpPr/>
          <p:nvPr/>
        </p:nvSpPr>
        <p:spPr>
          <a:xfrm>
            <a:off x="5760720" y="1325880"/>
            <a:ext cx="5852160" cy="2148840"/>
          </a:xfrm>
          <a:prstGeom prst="roundRect">
            <a:avLst>
              <a:gd name="adj" fmla="val 7660"/>
            </a:avLst>
          </a:prstGeom>
          <a:solidFill>
            <a:schemeClr val="tx2"/>
          </a:solidFill>
          <a:ln/>
          <a:effectLst>
            <a:outerShdw sx="100000" sy="100000" kx="0" ky="0" algn="bl" rotWithShape="0" blurRad="101600" dist="25400" dir="5400000">
              <a:srgbClr val="0B1F3A">
                <a:alpha val="16000"/>
              </a:srgbClr>
            </a:outerShdw>
          </a:effectLst>
        </p:spPr>
      </p:sp>
      <p:sp>
        <p:nvSpPr>
          <p:cNvPr id="13" name="정의 라벨"/>
          <p:cNvSpPr txBox="1"/>
          <p:nvPr/>
        </p:nvSpPr>
        <p:spPr>
          <a:xfrm>
            <a:off x="6126480" y="1554480"/>
            <a:ext cx="2743200" cy="365760"/>
          </a:xfrm>
          <a:prstGeom prst="rect">
            <a:avLst/>
          </a:prstGeom>
          <a:noFill/>
          <a:ln/>
        </p:spPr>
        <p:txBody>
          <a:bodyPr wrap="square" lIns="0" tIns="0" rIns="0" bIns="0" rtlCol="0" anchor="ctr"/>
          <a:lstStyle/>
          <a:p>
            <a:pPr indent="0" marL="0">
              <a:buNone/>
            </a:pPr>
            <a:r>
              <a:rPr lang="en-US" sz="1500" b="1" dirty="0">
                <a:solidFill>
                  <a:schemeClr val="accent1"/>
                </a:solidFill>
              </a:rPr>
              <a:t>드론의 뜻</a:t>
            </a:r>
            <a:endParaRPr lang="en-US" sz="1500" dirty="0"/>
          </a:p>
        </p:txBody>
      </p:sp>
      <p:sp>
        <p:nvSpPr>
          <p:cNvPr id="14" name="정의"/>
          <p:cNvSpPr txBox="1"/>
          <p:nvPr/>
        </p:nvSpPr>
        <p:spPr>
          <a:xfrm>
            <a:off x="6126480" y="1965960"/>
            <a:ext cx="5303520" cy="1325880"/>
          </a:xfrm>
          <a:prstGeom prst="rect">
            <a:avLst/>
          </a:prstGeom>
          <a:noFill/>
          <a:ln/>
        </p:spPr>
        <p:txBody>
          <a:bodyPr wrap="square" lIns="0" tIns="0" rIns="0" bIns="0" rtlCol="0" anchor="ctr"/>
          <a:lstStyle/>
          <a:p>
            <a:pPr indent="0" marL="0">
              <a:buNone/>
            </a:pPr>
            <a:r>
              <a:rPr lang="en-US" sz="3000" b="1" dirty="0">
                <a:solidFill>
                  <a:schemeClr val="bg1"/>
                </a:solidFill>
              </a:rPr>
              <a:t>사람이 타지 않고</a:t>
            </a:r>
            <a:endParaRPr lang="en-US" sz="3000" dirty="0"/>
          </a:p>
          <a:p>
            <a:pPr indent="0" marL="0">
              <a:buNone/>
            </a:pPr>
            <a:r>
              <a:rPr lang="en-US" sz="3000" b="1" dirty="0">
                <a:solidFill>
                  <a:schemeClr val="bg1"/>
                </a:solidFill>
              </a:rPr>
              <a:t>하늘을 나는 비행체</a:t>
            </a:r>
            <a:endParaRPr lang="en-US" sz="3000" dirty="0"/>
          </a:p>
        </p:txBody>
      </p:sp>
      <p:sp>
        <p:nvSpPr>
          <p:cNvPr id="15" name="비행기 카드"/>
          <p:cNvSpPr/>
          <p:nvPr/>
        </p:nvSpPr>
        <p:spPr>
          <a:xfrm>
            <a:off x="5760720" y="3703320"/>
            <a:ext cx="2880360" cy="1143000"/>
          </a:xfrm>
          <a:prstGeom prst="roundRect">
            <a:avLst>
              <a:gd name="adj" fmla="val 14400"/>
            </a:avLst>
          </a:prstGeom>
          <a:solidFill>
            <a:schemeClr val="bg2"/>
          </a:solidFill>
          <a:ln/>
        </p:spPr>
      </p:sp>
      <p:sp>
        <p:nvSpPr>
          <p:cNvPr id="16" name="비행기 원"/>
          <p:cNvSpPr/>
          <p:nvPr/>
        </p:nvSpPr>
        <p:spPr>
          <a:xfrm>
            <a:off x="5961888" y="3904488"/>
            <a:ext cx="731520" cy="731520"/>
          </a:xfrm>
          <a:prstGeom prst="ellipse">
            <a:avLst/>
          </a:prstGeom>
          <a:solidFill>
            <a:schemeClr val="accent6"/>
          </a:solidFill>
          <a:ln/>
        </p:spPr>
      </p:sp>
      <p:pic>
        <p:nvPicPr>
          <p:cNvPr id="17" name="비행기 아이콘" descr="비행기">    </p:cNvPr>
          <p:cNvPicPr>
            <a:picLocks noChangeAspect="1"/>
          </p:cNvPicPr>
          <p:nvPr/>
        </p:nvPicPr>
        <p:blipFill>
          <a:blip r:embed="rId2"/>
          <a:stretch>
            <a:fillRect/>
          </a:stretch>
        </p:blipFill>
        <p:spPr>
          <a:xfrm>
            <a:off x="6137453" y="4080053"/>
            <a:ext cx="380390" cy="380390"/>
          </a:xfrm>
          <a:prstGeom prst="rect">
            <a:avLst/>
          </a:prstGeom>
        </p:spPr>
      </p:pic>
      <p:sp>
        <p:nvSpPr>
          <p:cNvPr id="18" name="비행기 비교"/>
          <p:cNvSpPr txBox="1"/>
          <p:nvPr/>
        </p:nvSpPr>
        <p:spPr>
          <a:xfrm>
            <a:off x="6858000" y="3794760"/>
            <a:ext cx="1737360" cy="960120"/>
          </a:xfrm>
          <a:prstGeom prst="rect">
            <a:avLst/>
          </a:prstGeom>
          <a:noFill/>
          <a:ln/>
        </p:spPr>
        <p:txBody>
          <a:bodyPr wrap="square" lIns="0" tIns="0" rIns="0" bIns="0" rtlCol="0" anchor="ctr"/>
          <a:lstStyle/>
          <a:p>
            <a:pPr indent="0" marL="0">
              <a:buNone/>
            </a:pPr>
            <a:r>
              <a:rPr lang="en-US" sz="1700" b="1" dirty="0">
                <a:solidFill>
                  <a:schemeClr val="tx2"/>
                </a:solidFill>
              </a:rPr>
              <a:t>비행기</a:t>
            </a:r>
            <a:endParaRPr lang="en-US" sz="1700" dirty="0"/>
          </a:p>
          <a:p>
            <a:pPr indent="0" marL="0">
              <a:buNone/>
            </a:pPr>
            <a:r>
              <a:rPr lang="en-US" sz="1300" dirty="0">
                <a:solidFill>
                  <a:schemeClr val="tx1"/>
                </a:solidFill>
              </a:rPr>
              <a:t>조종사가 직접 타요</a:t>
            </a:r>
            <a:endParaRPr lang="en-US" sz="1700" dirty="0"/>
          </a:p>
        </p:txBody>
      </p:sp>
      <p:sp>
        <p:nvSpPr>
          <p:cNvPr id="19" name="드론 카드"/>
          <p:cNvSpPr/>
          <p:nvPr/>
        </p:nvSpPr>
        <p:spPr>
          <a:xfrm>
            <a:off x="8732520" y="3703320"/>
            <a:ext cx="2880360" cy="1143000"/>
          </a:xfrm>
          <a:prstGeom prst="roundRect">
            <a:avLst>
              <a:gd name="adj" fmla="val 14400"/>
            </a:avLst>
          </a:prstGeom>
          <a:solidFill>
            <a:schemeClr val="bg2"/>
          </a:solidFill>
          <a:ln/>
        </p:spPr>
      </p:sp>
      <p:sp>
        <p:nvSpPr>
          <p:cNvPr id="20" name="드론 원"/>
          <p:cNvSpPr/>
          <p:nvPr/>
        </p:nvSpPr>
        <p:spPr>
          <a:xfrm>
            <a:off x="8933688" y="3904488"/>
            <a:ext cx="731520" cy="731520"/>
          </a:xfrm>
          <a:prstGeom prst="ellipse">
            <a:avLst/>
          </a:prstGeom>
          <a:solidFill>
            <a:schemeClr val="accent1"/>
          </a:solidFill>
          <a:ln/>
        </p:spPr>
      </p:sp>
      <p:pic>
        <p:nvPicPr>
          <p:cNvPr id="21" name="드론 아이콘" descr="드론">    </p:cNvPr>
          <p:cNvPicPr>
            <a:picLocks noChangeAspect="1"/>
          </p:cNvPicPr>
          <p:nvPr/>
        </p:nvPicPr>
        <p:blipFill>
          <a:blip r:embed="rId3"/>
          <a:stretch>
            <a:fillRect/>
          </a:stretch>
        </p:blipFill>
        <p:spPr>
          <a:xfrm>
            <a:off x="9109253" y="4080053"/>
            <a:ext cx="380390" cy="380390"/>
          </a:xfrm>
          <a:prstGeom prst="rect">
            <a:avLst/>
          </a:prstGeom>
        </p:spPr>
      </p:pic>
      <p:sp>
        <p:nvSpPr>
          <p:cNvPr id="22" name="드론 비교"/>
          <p:cNvSpPr txBox="1"/>
          <p:nvPr/>
        </p:nvSpPr>
        <p:spPr>
          <a:xfrm>
            <a:off x="9829800" y="3794760"/>
            <a:ext cx="1737360" cy="960120"/>
          </a:xfrm>
          <a:prstGeom prst="rect">
            <a:avLst/>
          </a:prstGeom>
          <a:noFill/>
          <a:ln/>
        </p:spPr>
        <p:txBody>
          <a:bodyPr wrap="square" lIns="0" tIns="0" rIns="0" bIns="0" rtlCol="0" anchor="ctr"/>
          <a:lstStyle/>
          <a:p>
            <a:pPr indent="0" marL="0">
              <a:buNone/>
            </a:pPr>
            <a:r>
              <a:rPr lang="en-US" sz="1700" b="1" dirty="0">
                <a:solidFill>
                  <a:schemeClr val="tx2"/>
                </a:solidFill>
              </a:rPr>
              <a:t>드론</a:t>
            </a:r>
            <a:endParaRPr lang="en-US" sz="1700" dirty="0"/>
          </a:p>
          <a:p>
            <a:pPr indent="0" marL="0">
              <a:buNone/>
            </a:pPr>
            <a:r>
              <a:rPr lang="en-US" sz="1300" dirty="0">
                <a:solidFill>
                  <a:schemeClr val="tx1"/>
                </a:solidFill>
              </a:rPr>
              <a:t>아무도 타지 않아요</a:t>
            </a:r>
            <a:endParaRPr lang="en-US" sz="1700" dirty="0"/>
          </a:p>
        </p:txBody>
      </p:sp>
      <p:sp>
        <p:nvSpPr>
          <p:cNvPr id="23" name="나는 방법"/>
          <p:cNvSpPr txBox="1"/>
          <p:nvPr/>
        </p:nvSpPr>
        <p:spPr>
          <a:xfrm>
            <a:off x="5760720" y="5029200"/>
            <a:ext cx="5852160" cy="457200"/>
          </a:xfrm>
          <a:prstGeom prst="rect">
            <a:avLst/>
          </a:prstGeom>
          <a:noFill/>
          <a:ln/>
        </p:spPr>
        <p:txBody>
          <a:bodyPr wrap="square" lIns="0" tIns="0" rIns="0" bIns="0" rtlCol="0" anchor="ctr"/>
          <a:lstStyle/>
          <a:p>
            <a:pPr indent="0" marL="0">
              <a:buNone/>
            </a:pPr>
            <a:r>
              <a:rPr lang="en-US" sz="1500" b="1" dirty="0">
                <a:solidFill>
                  <a:schemeClr val="accent1"/>
                </a:solidFill>
              </a:rPr>
              <a:t>나는 방법  </a:t>
            </a:r>
            <a:pPr indent="0" marL="0">
              <a:buNone/>
            </a:pPr>
            <a:r>
              <a:rPr lang="en-US" sz="1500" b="1" dirty="0">
                <a:solidFill>
                  <a:schemeClr val="tx2"/>
                </a:solidFill>
              </a:rPr>
              <a:t>멀리서 조종하거나 · 코드와 센서로 스스로 날아요</a:t>
            </a:r>
            <a:endParaRPr lang="en-US" sz="1500" dirty="0"/>
          </a:p>
        </p:txBody>
      </p:sp>
      <p:sp>
        <p:nvSpPr>
          <p:cNvPr id="24" name="법 한 줄"/>
          <p:cNvSpPr txBox="1"/>
          <p:nvPr/>
        </p:nvSpPr>
        <p:spPr>
          <a:xfrm>
            <a:off x="5760720" y="5577840"/>
            <a:ext cx="5852160" cy="457200"/>
          </a:xfrm>
          <a:prstGeom prst="rect">
            <a:avLst/>
          </a:prstGeom>
          <a:noFill/>
          <a:ln/>
        </p:spPr>
        <p:txBody>
          <a:bodyPr wrap="square" lIns="0" tIns="0" rIns="0" bIns="0" rtlCol="0" anchor="ctr"/>
          <a:lstStyle/>
          <a:p>
            <a:pPr indent="0" marL="0">
              <a:buNone/>
            </a:pPr>
            <a:r>
              <a:rPr lang="en-US" sz="1200" i="1" dirty="0">
                <a:solidFill>
                  <a:schemeClr val="accent6"/>
                </a:solidFill>
              </a:rPr>
              <a:t>※ 우리나라 법에서도 '조종하는 사람이 타지 않고 나는 비행체'로 정해 두었어요</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드론의 몸 살펴보기</a:t>
            </a:r>
            <a:endParaRPr lang="en-US" sz="3200" dirty="0"/>
          </a:p>
        </p:txBody>
      </p:sp>
      <p:sp>
        <p:nvSpPr>
          <p:cNvPr id="3" name="드론 사진 배경"/>
          <p:cNvSpPr/>
          <p:nvPr/>
        </p:nvSpPr>
        <p:spPr>
          <a:xfrm>
            <a:off x="4315968" y="1325880"/>
            <a:ext cx="3566160" cy="3474720"/>
          </a:xfrm>
          <a:prstGeom prst="roundRect">
            <a:avLst>
              <a:gd name="adj" fmla="val 4737"/>
            </a:avLst>
          </a:prstGeom>
          <a:solidFill>
            <a:srgbClr val="1C252C"/>
          </a:solidFill>
          <a:ln/>
          <a:effectLst>
            <a:outerShdw sx="100000" sy="100000" kx="0" ky="0" algn="bl" rotWithShape="0" blurRad="101600" dist="25400" dir="5400000">
              <a:srgbClr val="0B1F3A">
                <a:alpha val="16000"/>
              </a:srgbClr>
            </a:outerShdw>
          </a:effectLst>
        </p:spPr>
      </p:sp>
      <p:pic>
        <p:nvPicPr>
          <p:cNvPr id="4" name="이글 드론 위에서 본 모습" descr="주황색 몸체의 이글 교육용 드론을 위에서 본 모습">    </p:cNvPr>
          <p:cNvPicPr>
            <a:picLocks noChangeAspect="1"/>
          </p:cNvPicPr>
          <p:nvPr/>
        </p:nvPicPr>
        <p:blipFill>
          <a:blip r:embed="rId1"/>
          <a:stretch>
            <a:fillRect/>
          </a:stretch>
        </p:blipFill>
        <p:spPr>
          <a:xfrm>
            <a:off x="4480560" y="1463040"/>
            <a:ext cx="3236976" cy="3108960"/>
          </a:xfrm>
          <a:prstGeom prst="rect">
            <a:avLst/>
          </a:prstGeom>
        </p:spPr>
      </p:pic>
      <p:sp>
        <p:nvSpPr>
          <p:cNvPr id="5" name="프로펠러·모터 카드"/>
          <p:cNvSpPr/>
          <p:nvPr/>
        </p:nvSpPr>
        <p:spPr>
          <a:xfrm>
            <a:off x="548640" y="1325880"/>
            <a:ext cx="3456432" cy="1645920"/>
          </a:xfrm>
          <a:prstGeom prst="roundRect">
            <a:avLst>
              <a:gd name="adj" fmla="val 10000"/>
            </a:avLst>
          </a:prstGeom>
          <a:solidFill>
            <a:schemeClr val="bg2"/>
          </a:solidFill>
          <a:ln/>
        </p:spPr>
      </p:sp>
      <p:sp>
        <p:nvSpPr>
          <p:cNvPr id="6" name="프로펠러·모터 원"/>
          <p:cNvSpPr/>
          <p:nvPr/>
        </p:nvSpPr>
        <p:spPr>
          <a:xfrm>
            <a:off x="777240" y="1600200"/>
            <a:ext cx="731520" cy="731520"/>
          </a:xfrm>
          <a:prstGeom prst="ellipse">
            <a:avLst/>
          </a:prstGeom>
          <a:solidFill>
            <a:schemeClr val="accent2"/>
          </a:solidFill>
          <a:ln/>
        </p:spPr>
      </p:sp>
      <p:pic>
        <p:nvPicPr>
          <p:cNvPr id="7" name="프로펠러·모터 아이콘" descr="프로펠러·모터">    </p:cNvPr>
          <p:cNvPicPr>
            <a:picLocks noChangeAspect="1"/>
          </p:cNvPicPr>
          <p:nvPr/>
        </p:nvPicPr>
        <p:blipFill>
          <a:blip r:embed="rId2"/>
          <a:stretch>
            <a:fillRect/>
          </a:stretch>
        </p:blipFill>
        <p:spPr>
          <a:xfrm>
            <a:off x="952805" y="1775765"/>
            <a:ext cx="380390" cy="380390"/>
          </a:xfrm>
          <a:prstGeom prst="rect">
            <a:avLst/>
          </a:prstGeom>
        </p:spPr>
      </p:pic>
      <p:sp>
        <p:nvSpPr>
          <p:cNvPr id="8" name="프로펠러·모터 이름"/>
          <p:cNvSpPr txBox="1"/>
          <p:nvPr/>
        </p:nvSpPr>
        <p:spPr>
          <a:xfrm>
            <a:off x="1691640" y="1527048"/>
            <a:ext cx="2194560" cy="411480"/>
          </a:xfrm>
          <a:prstGeom prst="rect">
            <a:avLst/>
          </a:prstGeom>
          <a:noFill/>
          <a:ln/>
        </p:spPr>
        <p:txBody>
          <a:bodyPr wrap="square" lIns="0" tIns="0" rIns="0" bIns="0" rtlCol="0" anchor="ctr"/>
          <a:lstStyle/>
          <a:p>
            <a:pPr indent="0" marL="0">
              <a:buNone/>
            </a:pPr>
            <a:r>
              <a:rPr lang="en-US" sz="1800" b="1" dirty="0">
                <a:solidFill>
                  <a:schemeClr val="tx2"/>
                </a:solidFill>
              </a:rPr>
              <a:t>프로펠러·모터</a:t>
            </a:r>
            <a:endParaRPr lang="en-US" sz="1800" dirty="0"/>
          </a:p>
        </p:txBody>
      </p:sp>
      <p:sp>
        <p:nvSpPr>
          <p:cNvPr id="9" name="프로펠러·모터 비유"/>
          <p:cNvSpPr txBox="1"/>
          <p:nvPr/>
        </p:nvSpPr>
        <p:spPr>
          <a:xfrm>
            <a:off x="1691640" y="1965960"/>
            <a:ext cx="2194560" cy="365760"/>
          </a:xfrm>
          <a:prstGeom prst="rect">
            <a:avLst/>
          </a:prstGeom>
          <a:noFill/>
          <a:ln/>
        </p:spPr>
        <p:txBody>
          <a:bodyPr wrap="square" lIns="0" tIns="0" rIns="0" bIns="0" rtlCol="0" anchor="ctr"/>
          <a:lstStyle/>
          <a:p>
            <a:pPr indent="0" marL="0">
              <a:buNone/>
            </a:pPr>
            <a:r>
              <a:rPr lang="en-US" sz="1400" dirty="0">
                <a:solidFill>
                  <a:schemeClr val="tx1"/>
                </a:solidFill>
              </a:rPr>
              <a:t>사람으로 치면 </a:t>
            </a:r>
            <a:pPr indent="0" marL="0">
              <a:buNone/>
            </a:pPr>
            <a:r>
              <a:rPr lang="en-US" sz="1400" b="1" dirty="0">
                <a:solidFill>
                  <a:schemeClr val="accent2"/>
                </a:solidFill>
              </a:rPr>
              <a:t>날개</a:t>
            </a:r>
            <a:endParaRPr lang="en-US" sz="1400" dirty="0"/>
          </a:p>
        </p:txBody>
      </p:sp>
      <p:sp>
        <p:nvSpPr>
          <p:cNvPr id="10" name="프로펠러·모터 역할"/>
          <p:cNvSpPr txBox="1"/>
          <p:nvPr/>
        </p:nvSpPr>
        <p:spPr>
          <a:xfrm>
            <a:off x="1691640" y="2350008"/>
            <a:ext cx="2240280" cy="365760"/>
          </a:xfrm>
          <a:prstGeom prst="rect">
            <a:avLst/>
          </a:prstGeom>
          <a:noFill/>
          <a:ln/>
        </p:spPr>
        <p:txBody>
          <a:bodyPr wrap="square" lIns="0" tIns="0" rIns="0" bIns="0" rtlCol="0" anchor="ctr"/>
          <a:lstStyle/>
          <a:p>
            <a:pPr indent="0" marL="0">
              <a:buNone/>
            </a:pPr>
            <a:r>
              <a:rPr lang="en-US" sz="1200" dirty="0">
                <a:solidFill>
                  <a:schemeClr val="accent6"/>
                </a:solidFill>
              </a:rPr>
              <a:t>바람을 일으켜 날게 해요</a:t>
            </a:r>
            <a:endParaRPr lang="en-US" sz="1200" dirty="0"/>
          </a:p>
        </p:txBody>
      </p:sp>
      <p:sp>
        <p:nvSpPr>
          <p:cNvPr id="11" name="배터리 카드"/>
          <p:cNvSpPr/>
          <p:nvPr/>
        </p:nvSpPr>
        <p:spPr>
          <a:xfrm>
            <a:off x="548640" y="3154680"/>
            <a:ext cx="3456432" cy="1645920"/>
          </a:xfrm>
          <a:prstGeom prst="roundRect">
            <a:avLst>
              <a:gd name="adj" fmla="val 10000"/>
            </a:avLst>
          </a:prstGeom>
          <a:solidFill>
            <a:schemeClr val="bg2"/>
          </a:solidFill>
          <a:ln/>
        </p:spPr>
      </p:sp>
      <p:sp>
        <p:nvSpPr>
          <p:cNvPr id="12" name="배터리 원"/>
          <p:cNvSpPr/>
          <p:nvPr/>
        </p:nvSpPr>
        <p:spPr>
          <a:xfrm>
            <a:off x="777240" y="3429000"/>
            <a:ext cx="731520" cy="731520"/>
          </a:xfrm>
          <a:prstGeom prst="ellipse">
            <a:avLst/>
          </a:prstGeom>
          <a:solidFill>
            <a:schemeClr val="accent3"/>
          </a:solidFill>
          <a:ln/>
        </p:spPr>
      </p:sp>
      <p:pic>
        <p:nvPicPr>
          <p:cNvPr id="13" name="배터리 아이콘" descr="배터리">    </p:cNvPr>
          <p:cNvPicPr>
            <a:picLocks noChangeAspect="1"/>
          </p:cNvPicPr>
          <p:nvPr/>
        </p:nvPicPr>
        <p:blipFill>
          <a:blip r:embed="rId3"/>
          <a:stretch>
            <a:fillRect/>
          </a:stretch>
        </p:blipFill>
        <p:spPr>
          <a:xfrm>
            <a:off x="952805" y="3604565"/>
            <a:ext cx="380390" cy="380390"/>
          </a:xfrm>
          <a:prstGeom prst="rect">
            <a:avLst/>
          </a:prstGeom>
        </p:spPr>
      </p:pic>
      <p:sp>
        <p:nvSpPr>
          <p:cNvPr id="14" name="배터리 이름"/>
          <p:cNvSpPr txBox="1"/>
          <p:nvPr/>
        </p:nvSpPr>
        <p:spPr>
          <a:xfrm>
            <a:off x="1691640" y="3355848"/>
            <a:ext cx="2194560" cy="411480"/>
          </a:xfrm>
          <a:prstGeom prst="rect">
            <a:avLst/>
          </a:prstGeom>
          <a:noFill/>
          <a:ln/>
        </p:spPr>
        <p:txBody>
          <a:bodyPr wrap="square" lIns="0" tIns="0" rIns="0" bIns="0" rtlCol="0" anchor="ctr"/>
          <a:lstStyle/>
          <a:p>
            <a:pPr indent="0" marL="0">
              <a:buNone/>
            </a:pPr>
            <a:r>
              <a:rPr lang="en-US" sz="1800" b="1" dirty="0">
                <a:solidFill>
                  <a:schemeClr val="tx2"/>
                </a:solidFill>
              </a:rPr>
              <a:t>배터리</a:t>
            </a:r>
            <a:endParaRPr lang="en-US" sz="1800" dirty="0"/>
          </a:p>
        </p:txBody>
      </p:sp>
      <p:sp>
        <p:nvSpPr>
          <p:cNvPr id="15" name="배터리 비유"/>
          <p:cNvSpPr txBox="1"/>
          <p:nvPr/>
        </p:nvSpPr>
        <p:spPr>
          <a:xfrm>
            <a:off x="1691640" y="3794760"/>
            <a:ext cx="2194560" cy="365760"/>
          </a:xfrm>
          <a:prstGeom prst="rect">
            <a:avLst/>
          </a:prstGeom>
          <a:noFill/>
          <a:ln/>
        </p:spPr>
        <p:txBody>
          <a:bodyPr wrap="square" lIns="0" tIns="0" rIns="0" bIns="0" rtlCol="0" anchor="ctr"/>
          <a:lstStyle/>
          <a:p>
            <a:pPr indent="0" marL="0">
              <a:buNone/>
            </a:pPr>
            <a:r>
              <a:rPr lang="en-US" sz="1400" dirty="0">
                <a:solidFill>
                  <a:schemeClr val="tx1"/>
                </a:solidFill>
              </a:rPr>
              <a:t>사람으로 치면 </a:t>
            </a:r>
            <a:pPr indent="0" marL="0">
              <a:buNone/>
            </a:pPr>
            <a:r>
              <a:rPr lang="en-US" sz="1400" b="1" dirty="0">
                <a:solidFill>
                  <a:schemeClr val="accent3"/>
                </a:solidFill>
              </a:rPr>
              <a:t>심장</a:t>
            </a:r>
            <a:endParaRPr lang="en-US" sz="1400" dirty="0"/>
          </a:p>
        </p:txBody>
      </p:sp>
      <p:sp>
        <p:nvSpPr>
          <p:cNvPr id="16" name="배터리 역할"/>
          <p:cNvSpPr txBox="1"/>
          <p:nvPr/>
        </p:nvSpPr>
        <p:spPr>
          <a:xfrm>
            <a:off x="1691640" y="4178808"/>
            <a:ext cx="2240280" cy="365760"/>
          </a:xfrm>
          <a:prstGeom prst="rect">
            <a:avLst/>
          </a:prstGeom>
          <a:noFill/>
          <a:ln/>
        </p:spPr>
        <p:txBody>
          <a:bodyPr wrap="square" lIns="0" tIns="0" rIns="0" bIns="0" rtlCol="0" anchor="ctr"/>
          <a:lstStyle/>
          <a:p>
            <a:pPr indent="0" marL="0">
              <a:buNone/>
            </a:pPr>
            <a:r>
              <a:rPr lang="en-US" sz="1200" dirty="0">
                <a:solidFill>
                  <a:schemeClr val="accent6"/>
                </a:solidFill>
              </a:rPr>
              <a:t>날 수 있는 힘을 줘요</a:t>
            </a:r>
            <a:endParaRPr lang="en-US" sz="1200" dirty="0"/>
          </a:p>
        </p:txBody>
      </p:sp>
      <p:sp>
        <p:nvSpPr>
          <p:cNvPr id="17" name="비행 제어기 카드"/>
          <p:cNvSpPr/>
          <p:nvPr/>
        </p:nvSpPr>
        <p:spPr>
          <a:xfrm>
            <a:off x="8183880" y="1325880"/>
            <a:ext cx="3456432" cy="1645920"/>
          </a:xfrm>
          <a:prstGeom prst="roundRect">
            <a:avLst>
              <a:gd name="adj" fmla="val 10000"/>
            </a:avLst>
          </a:prstGeom>
          <a:solidFill>
            <a:schemeClr val="bg2"/>
          </a:solidFill>
          <a:ln/>
        </p:spPr>
      </p:sp>
      <p:sp>
        <p:nvSpPr>
          <p:cNvPr id="18" name="비행 제어기 원"/>
          <p:cNvSpPr/>
          <p:nvPr/>
        </p:nvSpPr>
        <p:spPr>
          <a:xfrm>
            <a:off x="8412480" y="1600200"/>
            <a:ext cx="731520" cy="731520"/>
          </a:xfrm>
          <a:prstGeom prst="ellipse">
            <a:avLst/>
          </a:prstGeom>
          <a:solidFill>
            <a:schemeClr val="accent1"/>
          </a:solidFill>
          <a:ln/>
        </p:spPr>
      </p:sp>
      <p:pic>
        <p:nvPicPr>
          <p:cNvPr id="19" name="비행 제어기 아이콘" descr="비행 제어기">    </p:cNvPr>
          <p:cNvPicPr>
            <a:picLocks noChangeAspect="1"/>
          </p:cNvPicPr>
          <p:nvPr/>
        </p:nvPicPr>
        <p:blipFill>
          <a:blip r:embed="rId4"/>
          <a:stretch>
            <a:fillRect/>
          </a:stretch>
        </p:blipFill>
        <p:spPr>
          <a:xfrm>
            <a:off x="8588045" y="1775765"/>
            <a:ext cx="380390" cy="380390"/>
          </a:xfrm>
          <a:prstGeom prst="rect">
            <a:avLst/>
          </a:prstGeom>
        </p:spPr>
      </p:pic>
      <p:sp>
        <p:nvSpPr>
          <p:cNvPr id="20" name="비행 제어기 이름"/>
          <p:cNvSpPr txBox="1"/>
          <p:nvPr/>
        </p:nvSpPr>
        <p:spPr>
          <a:xfrm>
            <a:off x="9326880" y="1527048"/>
            <a:ext cx="2194560" cy="411480"/>
          </a:xfrm>
          <a:prstGeom prst="rect">
            <a:avLst/>
          </a:prstGeom>
          <a:noFill/>
          <a:ln/>
        </p:spPr>
        <p:txBody>
          <a:bodyPr wrap="square" lIns="0" tIns="0" rIns="0" bIns="0" rtlCol="0" anchor="ctr"/>
          <a:lstStyle/>
          <a:p>
            <a:pPr indent="0" marL="0">
              <a:buNone/>
            </a:pPr>
            <a:r>
              <a:rPr lang="en-US" sz="1800" b="1" dirty="0">
                <a:solidFill>
                  <a:schemeClr val="tx2"/>
                </a:solidFill>
              </a:rPr>
              <a:t>비행 제어기</a:t>
            </a:r>
            <a:endParaRPr lang="en-US" sz="1800" dirty="0"/>
          </a:p>
        </p:txBody>
      </p:sp>
      <p:sp>
        <p:nvSpPr>
          <p:cNvPr id="21" name="비행 제어기 비유"/>
          <p:cNvSpPr txBox="1"/>
          <p:nvPr/>
        </p:nvSpPr>
        <p:spPr>
          <a:xfrm>
            <a:off x="9326880" y="1965960"/>
            <a:ext cx="2194560" cy="365760"/>
          </a:xfrm>
          <a:prstGeom prst="rect">
            <a:avLst/>
          </a:prstGeom>
          <a:noFill/>
          <a:ln/>
        </p:spPr>
        <p:txBody>
          <a:bodyPr wrap="square" lIns="0" tIns="0" rIns="0" bIns="0" rtlCol="0" anchor="ctr"/>
          <a:lstStyle/>
          <a:p>
            <a:pPr indent="0" marL="0">
              <a:buNone/>
            </a:pPr>
            <a:r>
              <a:rPr lang="en-US" sz="1400" dirty="0">
                <a:solidFill>
                  <a:schemeClr val="tx1"/>
                </a:solidFill>
              </a:rPr>
              <a:t>사람으로 치면 </a:t>
            </a:r>
            <a:pPr indent="0" marL="0">
              <a:buNone/>
            </a:pPr>
            <a:r>
              <a:rPr lang="en-US" sz="1400" b="1" dirty="0">
                <a:solidFill>
                  <a:schemeClr val="accent1"/>
                </a:solidFill>
              </a:rPr>
              <a:t>두뇌</a:t>
            </a:r>
            <a:endParaRPr lang="en-US" sz="1400" dirty="0"/>
          </a:p>
        </p:txBody>
      </p:sp>
      <p:sp>
        <p:nvSpPr>
          <p:cNvPr id="22" name="비행 제어기 역할"/>
          <p:cNvSpPr txBox="1"/>
          <p:nvPr/>
        </p:nvSpPr>
        <p:spPr>
          <a:xfrm>
            <a:off x="9326880" y="2350008"/>
            <a:ext cx="2240280" cy="365760"/>
          </a:xfrm>
          <a:prstGeom prst="rect">
            <a:avLst/>
          </a:prstGeom>
          <a:noFill/>
          <a:ln/>
        </p:spPr>
        <p:txBody>
          <a:bodyPr wrap="square" lIns="0" tIns="0" rIns="0" bIns="0" rtlCol="0" anchor="ctr"/>
          <a:lstStyle/>
          <a:p>
            <a:pPr indent="0" marL="0">
              <a:buNone/>
            </a:pPr>
            <a:r>
              <a:rPr lang="en-US" sz="1200" dirty="0">
                <a:solidFill>
                  <a:schemeClr val="accent6"/>
                </a:solidFill>
              </a:rPr>
              <a:t>계산하고 명령해요</a:t>
            </a:r>
            <a:endParaRPr lang="en-US" sz="1200" dirty="0"/>
          </a:p>
        </p:txBody>
      </p:sp>
      <p:sp>
        <p:nvSpPr>
          <p:cNvPr id="23" name="센서 카드"/>
          <p:cNvSpPr/>
          <p:nvPr/>
        </p:nvSpPr>
        <p:spPr>
          <a:xfrm>
            <a:off x="8183880" y="3154680"/>
            <a:ext cx="3456432" cy="1645920"/>
          </a:xfrm>
          <a:prstGeom prst="roundRect">
            <a:avLst>
              <a:gd name="adj" fmla="val 10000"/>
            </a:avLst>
          </a:prstGeom>
          <a:solidFill>
            <a:schemeClr val="bg2"/>
          </a:solidFill>
          <a:ln/>
        </p:spPr>
      </p:sp>
      <p:sp>
        <p:nvSpPr>
          <p:cNvPr id="24" name="센서 원"/>
          <p:cNvSpPr/>
          <p:nvPr/>
        </p:nvSpPr>
        <p:spPr>
          <a:xfrm>
            <a:off x="8412480" y="3429000"/>
            <a:ext cx="731520" cy="731520"/>
          </a:xfrm>
          <a:prstGeom prst="ellipse">
            <a:avLst/>
          </a:prstGeom>
          <a:solidFill>
            <a:schemeClr val="accent5"/>
          </a:solidFill>
          <a:ln/>
        </p:spPr>
      </p:sp>
      <p:pic>
        <p:nvPicPr>
          <p:cNvPr id="25" name="센서 아이콘" descr="센서">    </p:cNvPr>
          <p:cNvPicPr>
            <a:picLocks noChangeAspect="1"/>
          </p:cNvPicPr>
          <p:nvPr/>
        </p:nvPicPr>
        <p:blipFill>
          <a:blip r:embed="rId5"/>
          <a:stretch>
            <a:fillRect/>
          </a:stretch>
        </p:blipFill>
        <p:spPr>
          <a:xfrm>
            <a:off x="8588045" y="3604565"/>
            <a:ext cx="380390" cy="380390"/>
          </a:xfrm>
          <a:prstGeom prst="rect">
            <a:avLst/>
          </a:prstGeom>
        </p:spPr>
      </p:pic>
      <p:sp>
        <p:nvSpPr>
          <p:cNvPr id="26" name="센서 이름"/>
          <p:cNvSpPr txBox="1"/>
          <p:nvPr/>
        </p:nvSpPr>
        <p:spPr>
          <a:xfrm>
            <a:off x="9326880" y="3355848"/>
            <a:ext cx="2194560" cy="411480"/>
          </a:xfrm>
          <a:prstGeom prst="rect">
            <a:avLst/>
          </a:prstGeom>
          <a:noFill/>
          <a:ln/>
        </p:spPr>
        <p:txBody>
          <a:bodyPr wrap="square" lIns="0" tIns="0" rIns="0" bIns="0" rtlCol="0" anchor="ctr"/>
          <a:lstStyle/>
          <a:p>
            <a:pPr indent="0" marL="0">
              <a:buNone/>
            </a:pPr>
            <a:r>
              <a:rPr lang="en-US" sz="1800" b="1" dirty="0">
                <a:solidFill>
                  <a:schemeClr val="tx2"/>
                </a:solidFill>
              </a:rPr>
              <a:t>센서</a:t>
            </a:r>
            <a:endParaRPr lang="en-US" sz="1800" dirty="0"/>
          </a:p>
        </p:txBody>
      </p:sp>
      <p:sp>
        <p:nvSpPr>
          <p:cNvPr id="27" name="센서 비유"/>
          <p:cNvSpPr txBox="1"/>
          <p:nvPr/>
        </p:nvSpPr>
        <p:spPr>
          <a:xfrm>
            <a:off x="9326880" y="3794760"/>
            <a:ext cx="2194560" cy="365760"/>
          </a:xfrm>
          <a:prstGeom prst="rect">
            <a:avLst/>
          </a:prstGeom>
          <a:noFill/>
          <a:ln/>
        </p:spPr>
        <p:txBody>
          <a:bodyPr wrap="square" lIns="0" tIns="0" rIns="0" bIns="0" rtlCol="0" anchor="ctr"/>
          <a:lstStyle/>
          <a:p>
            <a:pPr indent="0" marL="0">
              <a:buNone/>
            </a:pPr>
            <a:r>
              <a:rPr lang="en-US" sz="1400" dirty="0">
                <a:solidFill>
                  <a:schemeClr val="tx1"/>
                </a:solidFill>
              </a:rPr>
              <a:t>사람으로 치면 </a:t>
            </a:r>
            <a:pPr indent="0" marL="0">
              <a:buNone/>
            </a:pPr>
            <a:r>
              <a:rPr lang="en-US" sz="1400" b="1" dirty="0">
                <a:solidFill>
                  <a:schemeClr val="accent5"/>
                </a:solidFill>
              </a:rPr>
              <a:t>눈·귀</a:t>
            </a:r>
            <a:endParaRPr lang="en-US" sz="1400" dirty="0"/>
          </a:p>
        </p:txBody>
      </p:sp>
      <p:sp>
        <p:nvSpPr>
          <p:cNvPr id="28" name="센서 역할"/>
          <p:cNvSpPr txBox="1"/>
          <p:nvPr/>
        </p:nvSpPr>
        <p:spPr>
          <a:xfrm>
            <a:off x="9326880" y="4178808"/>
            <a:ext cx="2240280" cy="365760"/>
          </a:xfrm>
          <a:prstGeom prst="rect">
            <a:avLst/>
          </a:prstGeom>
          <a:noFill/>
          <a:ln/>
        </p:spPr>
        <p:txBody>
          <a:bodyPr wrap="square" lIns="0" tIns="0" rIns="0" bIns="0" rtlCol="0" anchor="ctr"/>
          <a:lstStyle/>
          <a:p>
            <a:pPr indent="0" marL="0">
              <a:buNone/>
            </a:pPr>
            <a:r>
              <a:rPr lang="en-US" sz="1200" dirty="0">
                <a:solidFill>
                  <a:schemeClr val="accent6"/>
                </a:solidFill>
              </a:rPr>
              <a:t>주변을 느껴요</a:t>
            </a:r>
            <a:endParaRPr lang="en-US" sz="1200" dirty="0"/>
          </a:p>
        </p:txBody>
      </p:sp>
      <p:sp>
        <p:nvSpPr>
          <p:cNvPr id="29" name="핵심 문장 배경"/>
          <p:cNvSpPr/>
          <p:nvPr/>
        </p:nvSpPr>
        <p:spPr>
          <a:xfrm>
            <a:off x="548640" y="5120640"/>
            <a:ext cx="11064240" cy="960120"/>
          </a:xfrm>
          <a:prstGeom prst="roundRect">
            <a:avLst>
              <a:gd name="adj" fmla="val 17143"/>
            </a:avLst>
          </a:prstGeom>
          <a:solidFill>
            <a:schemeClr val="tx2"/>
          </a:solidFill>
          <a:ln/>
        </p:spPr>
      </p:sp>
      <p:sp>
        <p:nvSpPr>
          <p:cNvPr id="30" name="핵심 문장"/>
          <p:cNvSpPr txBox="1"/>
          <p:nvPr/>
        </p:nvSpPr>
        <p:spPr>
          <a:xfrm>
            <a:off x="822960" y="5120640"/>
            <a:ext cx="10515600" cy="960120"/>
          </a:xfrm>
          <a:prstGeom prst="rect">
            <a:avLst/>
          </a:prstGeom>
          <a:noFill/>
          <a:ln/>
        </p:spPr>
        <p:txBody>
          <a:bodyPr wrap="square" lIns="0" tIns="0" rIns="0" bIns="0" rtlCol="0" anchor="ctr"/>
          <a:lstStyle/>
          <a:p>
            <a:pPr algn="ctr" indent="0" marL="0">
              <a:buNone/>
            </a:pPr>
            <a:r>
              <a:rPr lang="en-US" sz="2000" b="1" dirty="0">
                <a:solidFill>
                  <a:schemeClr val="bg1"/>
                </a:solidFill>
              </a:rPr>
              <a:t>눈(센서)과 두뇌(비행 제어기)가 있으니,  드론은 </a:t>
            </a:r>
            <a:pPr algn="ctr" indent="0" marL="0">
              <a:buNone/>
            </a:pPr>
            <a:r>
              <a:rPr lang="en-US" sz="2000" b="1" dirty="0">
                <a:solidFill>
                  <a:schemeClr val="accent1"/>
                </a:solidFill>
              </a:rPr>
              <a:t>하늘을 나는 컴퓨터</a:t>
            </a:r>
            <a:pPr algn="ctr" indent="0" marL="0">
              <a:buNone/>
            </a:pPr>
            <a:r>
              <a:rPr lang="en-US" sz="2000" b="1" dirty="0">
                <a:solidFill>
                  <a:schemeClr val="bg1"/>
                </a:solidFill>
              </a:rPr>
              <a:t>예요!</a:t>
            </a:r>
            <a:endParaRPr lang="en-US" sz="2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드론은 어디서 일할까?</a:t>
            </a:r>
            <a:endParaRPr lang="en-US" sz="3200" dirty="0"/>
          </a:p>
        </p:txBody>
      </p:sp>
      <p:sp>
        <p:nvSpPr>
          <p:cNvPr id="3" name="농업 카드"/>
          <p:cNvSpPr/>
          <p:nvPr/>
        </p:nvSpPr>
        <p:spPr>
          <a:xfrm>
            <a:off x="548640" y="1280160"/>
            <a:ext cx="3502152" cy="1965960"/>
          </a:xfrm>
          <a:prstGeom prst="roundRect">
            <a:avLst>
              <a:gd name="adj" fmla="val 8372"/>
            </a:avLst>
          </a:prstGeom>
          <a:solidFill>
            <a:schemeClr val="bg2"/>
          </a:solidFill>
          <a:ln/>
        </p:spPr>
      </p:sp>
      <p:pic>
        <p:nvPicPr>
          <p:cNvPr id="4" name="농업 사진" descr="농업 분야에서 일하는 드론">    </p:cNvPr>
          <p:cNvPicPr>
            <a:picLocks noChangeAspect="1"/>
          </p:cNvPicPr>
          <p:nvPr/>
        </p:nvPicPr>
        <p:blipFill>
          <a:blip r:embed="rId1"/>
          <a:stretch>
            <a:fillRect/>
          </a:stretch>
        </p:blipFill>
        <p:spPr>
          <a:xfrm>
            <a:off x="731520" y="1572768"/>
            <a:ext cx="1371600" cy="1371600"/>
          </a:xfrm>
          <a:prstGeom prst="rect">
            <a:avLst/>
          </a:prstGeom>
        </p:spPr>
      </p:pic>
      <p:sp>
        <p:nvSpPr>
          <p:cNvPr id="5" name="농업 이름"/>
          <p:cNvSpPr txBox="1"/>
          <p:nvPr/>
        </p:nvSpPr>
        <p:spPr>
          <a:xfrm>
            <a:off x="2286000" y="1536192"/>
            <a:ext cx="1645920" cy="384048"/>
          </a:xfrm>
          <a:prstGeom prst="rect">
            <a:avLst/>
          </a:prstGeom>
          <a:noFill/>
          <a:ln/>
        </p:spPr>
        <p:txBody>
          <a:bodyPr wrap="square" lIns="0" tIns="0" rIns="0" bIns="0" rtlCol="0" anchor="ctr"/>
          <a:lstStyle/>
          <a:p>
            <a:pPr indent="0" marL="0">
              <a:buNone/>
            </a:pPr>
            <a:r>
              <a:rPr lang="en-US" sz="1800" b="1" dirty="0">
                <a:solidFill>
                  <a:schemeClr val="tx2"/>
                </a:solidFill>
              </a:rPr>
              <a:t>농업</a:t>
            </a:r>
            <a:endParaRPr lang="en-US" sz="1800" dirty="0"/>
          </a:p>
        </p:txBody>
      </p:sp>
      <p:sp>
        <p:nvSpPr>
          <p:cNvPr id="6" name="농업 설명"/>
          <p:cNvSpPr txBox="1"/>
          <p:nvPr/>
        </p:nvSpPr>
        <p:spPr>
          <a:xfrm>
            <a:off x="2286000" y="1938528"/>
            <a:ext cx="1691640" cy="658368"/>
          </a:xfrm>
          <a:prstGeom prst="rect">
            <a:avLst/>
          </a:prstGeom>
          <a:noFill/>
          <a:ln/>
        </p:spPr>
        <p:txBody>
          <a:bodyPr wrap="square" lIns="0" tIns="0" rIns="0" bIns="0" rtlCol="0" anchor="t"/>
          <a:lstStyle/>
          <a:p>
            <a:pPr indent="0" marL="0">
              <a:buNone/>
            </a:pPr>
            <a:r>
              <a:rPr lang="en-US" sz="1300" dirty="0">
                <a:solidFill>
                  <a:schemeClr val="tx1"/>
                </a:solidFill>
              </a:rPr>
              <a:t>넓은 논밭에</a:t>
            </a:r>
            <a:endParaRPr lang="en-US" sz="1300" dirty="0"/>
          </a:p>
          <a:p>
            <a:pPr indent="0" marL="0">
              <a:buNone/>
            </a:pPr>
            <a:r>
              <a:rPr lang="en-US" sz="1300" dirty="0">
                <a:solidFill>
                  <a:schemeClr val="tx1"/>
                </a:solidFill>
              </a:rPr>
              <a:t>농약·비료 뿌리기</a:t>
            </a:r>
            <a:endParaRPr lang="en-US" sz="1300" dirty="0"/>
          </a:p>
        </p:txBody>
      </p:sp>
      <p:sp>
        <p:nvSpPr>
          <p:cNvPr id="7" name="농업 태그 배경"/>
          <p:cNvSpPr/>
          <p:nvPr/>
        </p:nvSpPr>
        <p:spPr>
          <a:xfrm>
            <a:off x="2286000" y="2606040"/>
            <a:ext cx="1097280" cy="329184"/>
          </a:xfrm>
          <a:prstGeom prst="roundRect">
            <a:avLst>
              <a:gd name="adj" fmla="val 50000"/>
            </a:avLst>
          </a:prstGeom>
          <a:solidFill>
            <a:srgbClr val="14B8A6"/>
          </a:solidFill>
          <a:ln/>
        </p:spPr>
      </p:sp>
      <p:sp>
        <p:nvSpPr>
          <p:cNvPr id="8" name="농업 태그"/>
          <p:cNvSpPr txBox="1"/>
          <p:nvPr/>
        </p:nvSpPr>
        <p:spPr>
          <a:xfrm>
            <a:off x="2286000" y="2606040"/>
            <a:ext cx="1097280" cy="329184"/>
          </a:xfrm>
          <a:prstGeom prst="rect">
            <a:avLst/>
          </a:prstGeom>
          <a:noFill/>
          <a:ln/>
        </p:spPr>
        <p:txBody>
          <a:bodyPr wrap="square" lIns="0" tIns="0" rIns="0" bIns="0" rtlCol="0" anchor="ctr"/>
          <a:lstStyle/>
          <a:p>
            <a:pPr algn="ctr" indent="0" marL="0">
              <a:buNone/>
            </a:pPr>
            <a:r>
              <a:rPr lang="en-US" sz="1200" b="1" dirty="0">
                <a:solidFill>
                  <a:schemeClr val="bg1"/>
                </a:solidFill>
              </a:rPr>
              <a:t>힘든 일</a:t>
            </a:r>
            <a:endParaRPr lang="en-US" sz="1200" dirty="0"/>
          </a:p>
        </p:txBody>
      </p:sp>
      <p:sp>
        <p:nvSpPr>
          <p:cNvPr id="9" name="배송 카드"/>
          <p:cNvSpPr/>
          <p:nvPr/>
        </p:nvSpPr>
        <p:spPr>
          <a:xfrm>
            <a:off x="4325112" y="1280160"/>
            <a:ext cx="3502152" cy="1965960"/>
          </a:xfrm>
          <a:prstGeom prst="roundRect">
            <a:avLst>
              <a:gd name="adj" fmla="val 8372"/>
            </a:avLst>
          </a:prstGeom>
          <a:solidFill>
            <a:schemeClr val="bg2"/>
          </a:solidFill>
          <a:ln/>
        </p:spPr>
      </p:sp>
      <p:pic>
        <p:nvPicPr>
          <p:cNvPr id="10" name="배송 사진" descr="배송 분야에서 일하는 드론">    </p:cNvPr>
          <p:cNvPicPr>
            <a:picLocks noChangeAspect="1"/>
          </p:cNvPicPr>
          <p:nvPr/>
        </p:nvPicPr>
        <p:blipFill>
          <a:blip r:embed="rId2"/>
          <a:stretch>
            <a:fillRect/>
          </a:stretch>
        </p:blipFill>
        <p:spPr>
          <a:xfrm>
            <a:off x="4507992" y="1572768"/>
            <a:ext cx="1371600" cy="1371600"/>
          </a:xfrm>
          <a:prstGeom prst="rect">
            <a:avLst/>
          </a:prstGeom>
        </p:spPr>
      </p:pic>
      <p:sp>
        <p:nvSpPr>
          <p:cNvPr id="11" name="배송 이름"/>
          <p:cNvSpPr txBox="1"/>
          <p:nvPr/>
        </p:nvSpPr>
        <p:spPr>
          <a:xfrm>
            <a:off x="6062472" y="1536192"/>
            <a:ext cx="1645920" cy="384048"/>
          </a:xfrm>
          <a:prstGeom prst="rect">
            <a:avLst/>
          </a:prstGeom>
          <a:noFill/>
          <a:ln/>
        </p:spPr>
        <p:txBody>
          <a:bodyPr wrap="square" lIns="0" tIns="0" rIns="0" bIns="0" rtlCol="0" anchor="ctr"/>
          <a:lstStyle/>
          <a:p>
            <a:pPr indent="0" marL="0">
              <a:buNone/>
            </a:pPr>
            <a:r>
              <a:rPr lang="en-US" sz="1800" b="1" dirty="0">
                <a:solidFill>
                  <a:schemeClr val="tx2"/>
                </a:solidFill>
              </a:rPr>
              <a:t>배송</a:t>
            </a:r>
            <a:endParaRPr lang="en-US" sz="1800" dirty="0"/>
          </a:p>
        </p:txBody>
      </p:sp>
      <p:sp>
        <p:nvSpPr>
          <p:cNvPr id="12" name="배송 설명"/>
          <p:cNvSpPr txBox="1"/>
          <p:nvPr/>
        </p:nvSpPr>
        <p:spPr>
          <a:xfrm>
            <a:off x="6062472" y="1938528"/>
            <a:ext cx="1691640" cy="658368"/>
          </a:xfrm>
          <a:prstGeom prst="rect">
            <a:avLst/>
          </a:prstGeom>
          <a:noFill/>
          <a:ln/>
        </p:spPr>
        <p:txBody>
          <a:bodyPr wrap="square" lIns="0" tIns="0" rIns="0" bIns="0" rtlCol="0" anchor="t"/>
          <a:lstStyle/>
          <a:p>
            <a:pPr indent="0" marL="0">
              <a:buNone/>
            </a:pPr>
            <a:r>
              <a:rPr lang="en-US" sz="1300" dirty="0">
                <a:solidFill>
                  <a:schemeClr val="tx1"/>
                </a:solidFill>
              </a:rPr>
              <a:t>섬·산골 마을에</a:t>
            </a:r>
            <a:endParaRPr lang="en-US" sz="1300" dirty="0"/>
          </a:p>
          <a:p>
            <a:pPr indent="0" marL="0">
              <a:buNone/>
            </a:pPr>
            <a:r>
              <a:rPr lang="en-US" sz="1300" dirty="0">
                <a:solidFill>
                  <a:schemeClr val="tx1"/>
                </a:solidFill>
              </a:rPr>
              <a:t>물건 배달</a:t>
            </a:r>
            <a:endParaRPr lang="en-US" sz="1300" dirty="0"/>
          </a:p>
        </p:txBody>
      </p:sp>
      <p:sp>
        <p:nvSpPr>
          <p:cNvPr id="13" name="배송 태그 배경"/>
          <p:cNvSpPr/>
          <p:nvPr/>
        </p:nvSpPr>
        <p:spPr>
          <a:xfrm>
            <a:off x="6062472" y="2606040"/>
            <a:ext cx="1097280" cy="329184"/>
          </a:xfrm>
          <a:prstGeom prst="roundRect">
            <a:avLst>
              <a:gd name="adj" fmla="val 50000"/>
            </a:avLst>
          </a:prstGeom>
          <a:solidFill>
            <a:srgbClr val="2E9BDA"/>
          </a:solidFill>
          <a:ln/>
        </p:spPr>
      </p:sp>
      <p:sp>
        <p:nvSpPr>
          <p:cNvPr id="14" name="배송 태그"/>
          <p:cNvSpPr txBox="1"/>
          <p:nvPr/>
        </p:nvSpPr>
        <p:spPr>
          <a:xfrm>
            <a:off x="6062472" y="2606040"/>
            <a:ext cx="1097280" cy="329184"/>
          </a:xfrm>
          <a:prstGeom prst="rect">
            <a:avLst/>
          </a:prstGeom>
          <a:noFill/>
          <a:ln/>
        </p:spPr>
        <p:txBody>
          <a:bodyPr wrap="square" lIns="0" tIns="0" rIns="0" bIns="0" rtlCol="0" anchor="ctr"/>
          <a:lstStyle/>
          <a:p>
            <a:pPr algn="ctr" indent="0" marL="0">
              <a:buNone/>
            </a:pPr>
            <a:r>
              <a:rPr lang="en-US" sz="1200" b="1" dirty="0">
                <a:solidFill>
                  <a:schemeClr val="bg1"/>
                </a:solidFill>
              </a:rPr>
              <a:t>먼 곳</a:t>
            </a:r>
            <a:endParaRPr lang="en-US" sz="1200" dirty="0"/>
          </a:p>
        </p:txBody>
      </p:sp>
      <p:sp>
        <p:nvSpPr>
          <p:cNvPr id="15" name="구조 카드"/>
          <p:cNvSpPr/>
          <p:nvPr/>
        </p:nvSpPr>
        <p:spPr>
          <a:xfrm>
            <a:off x="8101584" y="1280160"/>
            <a:ext cx="3502152" cy="1965960"/>
          </a:xfrm>
          <a:prstGeom prst="roundRect">
            <a:avLst>
              <a:gd name="adj" fmla="val 8372"/>
            </a:avLst>
          </a:prstGeom>
          <a:solidFill>
            <a:schemeClr val="bg2"/>
          </a:solidFill>
          <a:ln/>
        </p:spPr>
      </p:sp>
      <p:pic>
        <p:nvPicPr>
          <p:cNvPr id="16" name="구조 사진" descr="구조 분야에서 일하는 드론">    </p:cNvPr>
          <p:cNvPicPr>
            <a:picLocks noChangeAspect="1"/>
          </p:cNvPicPr>
          <p:nvPr/>
        </p:nvPicPr>
        <p:blipFill>
          <a:blip r:embed="rId3"/>
          <a:stretch>
            <a:fillRect/>
          </a:stretch>
        </p:blipFill>
        <p:spPr>
          <a:xfrm>
            <a:off x="8284464" y="1572768"/>
            <a:ext cx="1371600" cy="1371600"/>
          </a:xfrm>
          <a:prstGeom prst="rect">
            <a:avLst/>
          </a:prstGeom>
        </p:spPr>
      </p:pic>
      <p:sp>
        <p:nvSpPr>
          <p:cNvPr id="17" name="구조 이름"/>
          <p:cNvSpPr txBox="1"/>
          <p:nvPr/>
        </p:nvSpPr>
        <p:spPr>
          <a:xfrm>
            <a:off x="9838944" y="1536192"/>
            <a:ext cx="1645920" cy="384048"/>
          </a:xfrm>
          <a:prstGeom prst="rect">
            <a:avLst/>
          </a:prstGeom>
          <a:noFill/>
          <a:ln/>
        </p:spPr>
        <p:txBody>
          <a:bodyPr wrap="square" lIns="0" tIns="0" rIns="0" bIns="0" rtlCol="0" anchor="ctr"/>
          <a:lstStyle/>
          <a:p>
            <a:pPr indent="0" marL="0">
              <a:buNone/>
            </a:pPr>
            <a:r>
              <a:rPr lang="en-US" sz="1800" b="1" dirty="0">
                <a:solidFill>
                  <a:schemeClr val="tx2"/>
                </a:solidFill>
              </a:rPr>
              <a:t>구조</a:t>
            </a:r>
            <a:endParaRPr lang="en-US" sz="1800" dirty="0"/>
          </a:p>
        </p:txBody>
      </p:sp>
      <p:sp>
        <p:nvSpPr>
          <p:cNvPr id="18" name="구조 설명"/>
          <p:cNvSpPr txBox="1"/>
          <p:nvPr/>
        </p:nvSpPr>
        <p:spPr>
          <a:xfrm>
            <a:off x="9838944" y="1938528"/>
            <a:ext cx="1691640" cy="658368"/>
          </a:xfrm>
          <a:prstGeom prst="rect">
            <a:avLst/>
          </a:prstGeom>
          <a:noFill/>
          <a:ln/>
        </p:spPr>
        <p:txBody>
          <a:bodyPr wrap="square" lIns="0" tIns="0" rIns="0" bIns="0" rtlCol="0" anchor="t"/>
          <a:lstStyle/>
          <a:p>
            <a:pPr indent="0" marL="0">
              <a:buNone/>
            </a:pPr>
            <a:r>
              <a:rPr lang="en-US" sz="1300" dirty="0">
                <a:solidFill>
                  <a:schemeClr val="tx1"/>
                </a:solidFill>
              </a:rPr>
              <a:t>길 잃은 사람 찾기,</a:t>
            </a:r>
            <a:endParaRPr lang="en-US" sz="1300" dirty="0"/>
          </a:p>
          <a:p>
            <a:pPr indent="0" marL="0">
              <a:buNone/>
            </a:pPr>
            <a:r>
              <a:rPr lang="en-US" sz="1300" dirty="0">
                <a:solidFill>
                  <a:schemeClr val="tx1"/>
                </a:solidFill>
              </a:rPr>
              <a:t>불난 곳 살피기</a:t>
            </a:r>
            <a:endParaRPr lang="en-US" sz="1300" dirty="0"/>
          </a:p>
        </p:txBody>
      </p:sp>
      <p:sp>
        <p:nvSpPr>
          <p:cNvPr id="19" name="구조 태그 배경"/>
          <p:cNvSpPr/>
          <p:nvPr/>
        </p:nvSpPr>
        <p:spPr>
          <a:xfrm>
            <a:off x="9838944" y="2606040"/>
            <a:ext cx="1097280" cy="329184"/>
          </a:xfrm>
          <a:prstGeom prst="roundRect">
            <a:avLst>
              <a:gd name="adj" fmla="val 50000"/>
            </a:avLst>
          </a:prstGeom>
          <a:solidFill>
            <a:srgbClr val="E5484D"/>
          </a:solidFill>
          <a:ln/>
        </p:spPr>
      </p:sp>
      <p:sp>
        <p:nvSpPr>
          <p:cNvPr id="20" name="구조 태그"/>
          <p:cNvSpPr txBox="1"/>
          <p:nvPr/>
        </p:nvSpPr>
        <p:spPr>
          <a:xfrm>
            <a:off x="9838944" y="2606040"/>
            <a:ext cx="1097280" cy="329184"/>
          </a:xfrm>
          <a:prstGeom prst="rect">
            <a:avLst/>
          </a:prstGeom>
          <a:noFill/>
          <a:ln/>
        </p:spPr>
        <p:txBody>
          <a:bodyPr wrap="square" lIns="0" tIns="0" rIns="0" bIns="0" rtlCol="0" anchor="ctr"/>
          <a:lstStyle/>
          <a:p>
            <a:pPr algn="ctr" indent="0" marL="0">
              <a:buNone/>
            </a:pPr>
            <a:r>
              <a:rPr lang="en-US" sz="1200" b="1" dirty="0">
                <a:solidFill>
                  <a:schemeClr val="bg1"/>
                </a:solidFill>
              </a:rPr>
              <a:t>위험한 곳</a:t>
            </a:r>
            <a:endParaRPr lang="en-US" sz="1200" dirty="0"/>
          </a:p>
        </p:txBody>
      </p:sp>
      <p:sp>
        <p:nvSpPr>
          <p:cNvPr id="21" name="점검 카드"/>
          <p:cNvSpPr/>
          <p:nvPr/>
        </p:nvSpPr>
        <p:spPr>
          <a:xfrm>
            <a:off x="548640" y="3474720"/>
            <a:ext cx="3502152" cy="1965960"/>
          </a:xfrm>
          <a:prstGeom prst="roundRect">
            <a:avLst>
              <a:gd name="adj" fmla="val 8372"/>
            </a:avLst>
          </a:prstGeom>
          <a:solidFill>
            <a:schemeClr val="bg2"/>
          </a:solidFill>
          <a:ln/>
        </p:spPr>
      </p:sp>
      <p:pic>
        <p:nvPicPr>
          <p:cNvPr id="22" name="점검 사진" descr="점검 분야에서 일하는 드론">    </p:cNvPr>
          <p:cNvPicPr>
            <a:picLocks noChangeAspect="1"/>
          </p:cNvPicPr>
          <p:nvPr/>
        </p:nvPicPr>
        <p:blipFill>
          <a:blip r:embed="rId4"/>
          <a:stretch>
            <a:fillRect/>
          </a:stretch>
        </p:blipFill>
        <p:spPr>
          <a:xfrm>
            <a:off x="731520" y="3767328"/>
            <a:ext cx="1371600" cy="1371600"/>
          </a:xfrm>
          <a:prstGeom prst="rect">
            <a:avLst/>
          </a:prstGeom>
        </p:spPr>
      </p:pic>
      <p:sp>
        <p:nvSpPr>
          <p:cNvPr id="23" name="점검 이름"/>
          <p:cNvSpPr txBox="1"/>
          <p:nvPr/>
        </p:nvSpPr>
        <p:spPr>
          <a:xfrm>
            <a:off x="2286000" y="3730752"/>
            <a:ext cx="1645920" cy="384048"/>
          </a:xfrm>
          <a:prstGeom prst="rect">
            <a:avLst/>
          </a:prstGeom>
          <a:noFill/>
          <a:ln/>
        </p:spPr>
        <p:txBody>
          <a:bodyPr wrap="square" lIns="0" tIns="0" rIns="0" bIns="0" rtlCol="0" anchor="ctr"/>
          <a:lstStyle/>
          <a:p>
            <a:pPr indent="0" marL="0">
              <a:buNone/>
            </a:pPr>
            <a:r>
              <a:rPr lang="en-US" sz="1800" b="1" dirty="0">
                <a:solidFill>
                  <a:schemeClr val="tx2"/>
                </a:solidFill>
              </a:rPr>
              <a:t>점검</a:t>
            </a:r>
            <a:endParaRPr lang="en-US" sz="1800" dirty="0"/>
          </a:p>
        </p:txBody>
      </p:sp>
      <p:sp>
        <p:nvSpPr>
          <p:cNvPr id="24" name="점검 설명"/>
          <p:cNvSpPr txBox="1"/>
          <p:nvPr/>
        </p:nvSpPr>
        <p:spPr>
          <a:xfrm>
            <a:off x="2286000" y="4133088"/>
            <a:ext cx="1691640" cy="658368"/>
          </a:xfrm>
          <a:prstGeom prst="rect">
            <a:avLst/>
          </a:prstGeom>
          <a:noFill/>
          <a:ln/>
        </p:spPr>
        <p:txBody>
          <a:bodyPr wrap="square" lIns="0" tIns="0" rIns="0" bIns="0" rtlCol="0" anchor="t"/>
          <a:lstStyle/>
          <a:p>
            <a:pPr indent="0" marL="0">
              <a:buNone/>
            </a:pPr>
            <a:r>
              <a:rPr lang="en-US" sz="1300" dirty="0">
                <a:solidFill>
                  <a:schemeClr val="tx1"/>
                </a:solidFill>
              </a:rPr>
              <a:t>높은 다리·송전탑</a:t>
            </a:r>
            <a:endParaRPr lang="en-US" sz="1300" dirty="0"/>
          </a:p>
          <a:p>
            <a:pPr indent="0" marL="0">
              <a:buNone/>
            </a:pPr>
            <a:r>
              <a:rPr lang="en-US" sz="1300" dirty="0">
                <a:solidFill>
                  <a:schemeClr val="tx1"/>
                </a:solidFill>
              </a:rPr>
              <a:t>살피기</a:t>
            </a:r>
            <a:endParaRPr lang="en-US" sz="1300" dirty="0"/>
          </a:p>
        </p:txBody>
      </p:sp>
      <p:sp>
        <p:nvSpPr>
          <p:cNvPr id="25" name="점검 태그 배경"/>
          <p:cNvSpPr/>
          <p:nvPr/>
        </p:nvSpPr>
        <p:spPr>
          <a:xfrm>
            <a:off x="2286000" y="4800600"/>
            <a:ext cx="1097280" cy="329184"/>
          </a:xfrm>
          <a:prstGeom prst="roundRect">
            <a:avLst>
              <a:gd name="adj" fmla="val 50000"/>
            </a:avLst>
          </a:prstGeom>
          <a:solidFill>
            <a:srgbClr val="E5484D"/>
          </a:solidFill>
          <a:ln/>
        </p:spPr>
      </p:sp>
      <p:sp>
        <p:nvSpPr>
          <p:cNvPr id="26" name="점검 태그"/>
          <p:cNvSpPr txBox="1"/>
          <p:nvPr/>
        </p:nvSpPr>
        <p:spPr>
          <a:xfrm>
            <a:off x="2286000" y="4800600"/>
            <a:ext cx="1097280" cy="329184"/>
          </a:xfrm>
          <a:prstGeom prst="rect">
            <a:avLst/>
          </a:prstGeom>
          <a:noFill/>
          <a:ln/>
        </p:spPr>
        <p:txBody>
          <a:bodyPr wrap="square" lIns="0" tIns="0" rIns="0" bIns="0" rtlCol="0" anchor="ctr"/>
          <a:lstStyle/>
          <a:p>
            <a:pPr algn="ctr" indent="0" marL="0">
              <a:buNone/>
            </a:pPr>
            <a:r>
              <a:rPr lang="en-US" sz="1200" b="1" dirty="0">
                <a:solidFill>
                  <a:schemeClr val="bg1"/>
                </a:solidFill>
              </a:rPr>
              <a:t>위험한 곳</a:t>
            </a:r>
            <a:endParaRPr lang="en-US" sz="1200" dirty="0"/>
          </a:p>
        </p:txBody>
      </p:sp>
      <p:sp>
        <p:nvSpPr>
          <p:cNvPr id="27" name="촬영·공연 카드"/>
          <p:cNvSpPr/>
          <p:nvPr/>
        </p:nvSpPr>
        <p:spPr>
          <a:xfrm>
            <a:off x="4325112" y="3474720"/>
            <a:ext cx="3502152" cy="1965960"/>
          </a:xfrm>
          <a:prstGeom prst="roundRect">
            <a:avLst>
              <a:gd name="adj" fmla="val 8372"/>
            </a:avLst>
          </a:prstGeom>
          <a:solidFill>
            <a:schemeClr val="bg2"/>
          </a:solidFill>
          <a:ln/>
        </p:spPr>
      </p:sp>
      <p:pic>
        <p:nvPicPr>
          <p:cNvPr id="28" name="촬영·공연 사진" descr="촬영·공연 분야에서 일하는 드론">    </p:cNvPr>
          <p:cNvPicPr>
            <a:picLocks noChangeAspect="1"/>
          </p:cNvPicPr>
          <p:nvPr/>
        </p:nvPicPr>
        <p:blipFill>
          <a:blip r:embed="rId5"/>
          <a:stretch>
            <a:fillRect/>
          </a:stretch>
        </p:blipFill>
        <p:spPr>
          <a:xfrm>
            <a:off x="4507992" y="3767328"/>
            <a:ext cx="1371600" cy="1371600"/>
          </a:xfrm>
          <a:prstGeom prst="rect">
            <a:avLst/>
          </a:prstGeom>
        </p:spPr>
      </p:pic>
      <p:sp>
        <p:nvSpPr>
          <p:cNvPr id="29" name="촬영·공연 이름"/>
          <p:cNvSpPr txBox="1"/>
          <p:nvPr/>
        </p:nvSpPr>
        <p:spPr>
          <a:xfrm>
            <a:off x="6062472" y="3730752"/>
            <a:ext cx="1645920" cy="384048"/>
          </a:xfrm>
          <a:prstGeom prst="rect">
            <a:avLst/>
          </a:prstGeom>
          <a:noFill/>
          <a:ln/>
        </p:spPr>
        <p:txBody>
          <a:bodyPr wrap="square" lIns="0" tIns="0" rIns="0" bIns="0" rtlCol="0" anchor="ctr"/>
          <a:lstStyle/>
          <a:p>
            <a:pPr indent="0" marL="0">
              <a:buNone/>
            </a:pPr>
            <a:r>
              <a:rPr lang="en-US" sz="1800" b="1" dirty="0">
                <a:solidFill>
                  <a:schemeClr val="tx2"/>
                </a:solidFill>
              </a:rPr>
              <a:t>촬영·공연</a:t>
            </a:r>
            <a:endParaRPr lang="en-US" sz="1800" dirty="0"/>
          </a:p>
        </p:txBody>
      </p:sp>
      <p:sp>
        <p:nvSpPr>
          <p:cNvPr id="30" name="촬영·공연 설명"/>
          <p:cNvSpPr txBox="1"/>
          <p:nvPr/>
        </p:nvSpPr>
        <p:spPr>
          <a:xfrm>
            <a:off x="6062472" y="4133088"/>
            <a:ext cx="1691640" cy="658368"/>
          </a:xfrm>
          <a:prstGeom prst="rect">
            <a:avLst/>
          </a:prstGeom>
          <a:noFill/>
          <a:ln/>
        </p:spPr>
        <p:txBody>
          <a:bodyPr wrap="square" lIns="0" tIns="0" rIns="0" bIns="0" rtlCol="0" anchor="t"/>
          <a:lstStyle/>
          <a:p>
            <a:pPr indent="0" marL="0">
              <a:buNone/>
            </a:pPr>
            <a:r>
              <a:rPr lang="en-US" sz="1300" dirty="0">
                <a:solidFill>
                  <a:schemeClr val="tx1"/>
                </a:solidFill>
              </a:rPr>
              <a:t>하늘 높이 촬영,</a:t>
            </a:r>
            <a:endParaRPr lang="en-US" sz="1300" dirty="0"/>
          </a:p>
          <a:p>
            <a:pPr indent="0" marL="0">
              <a:buNone/>
            </a:pPr>
            <a:r>
              <a:rPr lang="en-US" sz="1300" dirty="0">
                <a:solidFill>
                  <a:schemeClr val="tx1"/>
                </a:solidFill>
              </a:rPr>
              <a:t>밤하늘 드론 쇼</a:t>
            </a:r>
            <a:endParaRPr lang="en-US" sz="1300" dirty="0"/>
          </a:p>
        </p:txBody>
      </p:sp>
      <p:sp>
        <p:nvSpPr>
          <p:cNvPr id="31" name="촬영·공연 태그 배경"/>
          <p:cNvSpPr/>
          <p:nvPr/>
        </p:nvSpPr>
        <p:spPr>
          <a:xfrm>
            <a:off x="6062472" y="4800600"/>
            <a:ext cx="1097280" cy="329184"/>
          </a:xfrm>
          <a:prstGeom prst="roundRect">
            <a:avLst>
              <a:gd name="adj" fmla="val 50000"/>
            </a:avLst>
          </a:prstGeom>
          <a:solidFill>
            <a:srgbClr val="14B8A6"/>
          </a:solidFill>
          <a:ln/>
        </p:spPr>
      </p:sp>
      <p:sp>
        <p:nvSpPr>
          <p:cNvPr id="32" name="촬영·공연 태그"/>
          <p:cNvSpPr txBox="1"/>
          <p:nvPr/>
        </p:nvSpPr>
        <p:spPr>
          <a:xfrm>
            <a:off x="6062472" y="4800600"/>
            <a:ext cx="1097280" cy="329184"/>
          </a:xfrm>
          <a:prstGeom prst="rect">
            <a:avLst/>
          </a:prstGeom>
          <a:noFill/>
          <a:ln/>
        </p:spPr>
        <p:txBody>
          <a:bodyPr wrap="square" lIns="0" tIns="0" rIns="0" bIns="0" rtlCol="0" anchor="ctr"/>
          <a:lstStyle/>
          <a:p>
            <a:pPr algn="ctr" indent="0" marL="0">
              <a:buNone/>
            </a:pPr>
            <a:r>
              <a:rPr lang="en-US" sz="1200" b="1" dirty="0">
                <a:solidFill>
                  <a:schemeClr val="bg1"/>
                </a:solidFill>
              </a:rPr>
              <a:t>힘든 일</a:t>
            </a:r>
            <a:endParaRPr lang="en-US" sz="1200" dirty="0"/>
          </a:p>
        </p:txBody>
      </p:sp>
      <p:sp>
        <p:nvSpPr>
          <p:cNvPr id="33" name="미래 교통 카드"/>
          <p:cNvSpPr/>
          <p:nvPr/>
        </p:nvSpPr>
        <p:spPr>
          <a:xfrm>
            <a:off x="8101584" y="3474720"/>
            <a:ext cx="3502152" cy="1965960"/>
          </a:xfrm>
          <a:prstGeom prst="roundRect">
            <a:avLst>
              <a:gd name="adj" fmla="val 8372"/>
            </a:avLst>
          </a:prstGeom>
          <a:solidFill>
            <a:schemeClr val="bg2"/>
          </a:solidFill>
          <a:ln/>
        </p:spPr>
      </p:sp>
      <p:pic>
        <p:nvPicPr>
          <p:cNvPr id="34" name="미래 교통 사진" descr="미래 교통 분야에서 일하는 드론">    </p:cNvPr>
          <p:cNvPicPr>
            <a:picLocks noChangeAspect="1"/>
          </p:cNvPicPr>
          <p:nvPr/>
        </p:nvPicPr>
        <p:blipFill>
          <a:blip r:embed="rId6"/>
          <a:stretch>
            <a:fillRect/>
          </a:stretch>
        </p:blipFill>
        <p:spPr>
          <a:xfrm>
            <a:off x="8284464" y="3767328"/>
            <a:ext cx="1371600" cy="1371600"/>
          </a:xfrm>
          <a:prstGeom prst="rect">
            <a:avLst/>
          </a:prstGeom>
        </p:spPr>
      </p:pic>
      <p:sp>
        <p:nvSpPr>
          <p:cNvPr id="35" name="미래 교통 이름"/>
          <p:cNvSpPr txBox="1"/>
          <p:nvPr/>
        </p:nvSpPr>
        <p:spPr>
          <a:xfrm>
            <a:off x="9838944" y="3730752"/>
            <a:ext cx="1645920" cy="384048"/>
          </a:xfrm>
          <a:prstGeom prst="rect">
            <a:avLst/>
          </a:prstGeom>
          <a:noFill/>
          <a:ln/>
        </p:spPr>
        <p:txBody>
          <a:bodyPr wrap="square" lIns="0" tIns="0" rIns="0" bIns="0" rtlCol="0" anchor="ctr"/>
          <a:lstStyle/>
          <a:p>
            <a:pPr indent="0" marL="0">
              <a:buNone/>
            </a:pPr>
            <a:r>
              <a:rPr lang="en-US" sz="1800" b="1" dirty="0">
                <a:solidFill>
                  <a:schemeClr val="tx2"/>
                </a:solidFill>
              </a:rPr>
              <a:t>미래 교통</a:t>
            </a:r>
            <a:endParaRPr lang="en-US" sz="1800" dirty="0"/>
          </a:p>
        </p:txBody>
      </p:sp>
      <p:sp>
        <p:nvSpPr>
          <p:cNvPr id="36" name="미래 교통 설명"/>
          <p:cNvSpPr txBox="1"/>
          <p:nvPr/>
        </p:nvSpPr>
        <p:spPr>
          <a:xfrm>
            <a:off x="9838944" y="4133088"/>
            <a:ext cx="1691640" cy="658368"/>
          </a:xfrm>
          <a:prstGeom prst="rect">
            <a:avLst/>
          </a:prstGeom>
          <a:noFill/>
          <a:ln/>
        </p:spPr>
        <p:txBody>
          <a:bodyPr wrap="square" lIns="0" tIns="0" rIns="0" bIns="0" rtlCol="0" anchor="t"/>
          <a:lstStyle/>
          <a:p>
            <a:pPr indent="0" marL="0">
              <a:buNone/>
            </a:pPr>
            <a:r>
              <a:rPr lang="en-US" sz="1300" dirty="0">
                <a:solidFill>
                  <a:schemeClr val="tx1"/>
                </a:solidFill>
              </a:rPr>
              <a:t>사람을 태우는</a:t>
            </a:r>
            <a:endParaRPr lang="en-US" sz="1300" dirty="0"/>
          </a:p>
          <a:p>
            <a:pPr indent="0" marL="0">
              <a:buNone/>
            </a:pPr>
            <a:r>
              <a:rPr lang="en-US" sz="1300" dirty="0">
                <a:solidFill>
                  <a:schemeClr val="tx1"/>
                </a:solidFill>
              </a:rPr>
              <a:t>하늘 택시</a:t>
            </a:r>
            <a:endParaRPr lang="en-US" sz="1300" dirty="0"/>
          </a:p>
        </p:txBody>
      </p:sp>
      <p:sp>
        <p:nvSpPr>
          <p:cNvPr id="37" name="미래 교통 태그 배경"/>
          <p:cNvSpPr/>
          <p:nvPr/>
        </p:nvSpPr>
        <p:spPr>
          <a:xfrm>
            <a:off x="9838944" y="4800600"/>
            <a:ext cx="1097280" cy="329184"/>
          </a:xfrm>
          <a:prstGeom prst="roundRect">
            <a:avLst>
              <a:gd name="adj" fmla="val 50000"/>
            </a:avLst>
          </a:prstGeom>
          <a:solidFill>
            <a:srgbClr val="2E9BDA"/>
          </a:solidFill>
          <a:ln/>
        </p:spPr>
      </p:sp>
      <p:sp>
        <p:nvSpPr>
          <p:cNvPr id="38" name="미래 교통 태그"/>
          <p:cNvSpPr txBox="1"/>
          <p:nvPr/>
        </p:nvSpPr>
        <p:spPr>
          <a:xfrm>
            <a:off x="9838944" y="4800600"/>
            <a:ext cx="1097280" cy="329184"/>
          </a:xfrm>
          <a:prstGeom prst="rect">
            <a:avLst/>
          </a:prstGeom>
          <a:noFill/>
          <a:ln/>
        </p:spPr>
        <p:txBody>
          <a:bodyPr wrap="square" lIns="0" tIns="0" rIns="0" bIns="0" rtlCol="0" anchor="ctr"/>
          <a:lstStyle/>
          <a:p>
            <a:pPr algn="ctr" indent="0" marL="0">
              <a:buNone/>
            </a:pPr>
            <a:r>
              <a:rPr lang="en-US" sz="1200" b="1" dirty="0">
                <a:solidFill>
                  <a:schemeClr val="bg1"/>
                </a:solidFill>
              </a:rPr>
              <a:t>먼 곳</a:t>
            </a:r>
            <a:endParaRPr lang="en-US" sz="1200" dirty="0"/>
          </a:p>
        </p:txBody>
      </p:sp>
      <p:sp>
        <p:nvSpPr>
          <p:cNvPr id="39" name="공통점 라벨"/>
          <p:cNvSpPr txBox="1"/>
          <p:nvPr/>
        </p:nvSpPr>
        <p:spPr>
          <a:xfrm>
            <a:off x="1386688" y="5760720"/>
            <a:ext cx="1188720" cy="457200"/>
          </a:xfrm>
          <a:prstGeom prst="rect">
            <a:avLst/>
          </a:prstGeom>
          <a:noFill/>
          <a:ln/>
        </p:spPr>
        <p:txBody>
          <a:bodyPr wrap="square" lIns="0" tIns="0" rIns="0" bIns="0" rtlCol="0" anchor="ctr"/>
          <a:lstStyle/>
          <a:p>
            <a:pPr indent="0" marL="0">
              <a:buNone/>
            </a:pPr>
            <a:r>
              <a:rPr lang="en-US" sz="1700" b="1" dirty="0">
                <a:solidFill>
                  <a:schemeClr val="accent1"/>
                </a:solidFill>
              </a:rPr>
              <a:t>공통점</a:t>
            </a:r>
            <a:endParaRPr lang="en-US" sz="1700" dirty="0"/>
          </a:p>
        </p:txBody>
      </p:sp>
      <p:sp>
        <p:nvSpPr>
          <p:cNvPr id="40" name="공통점 위험한 곳 배경"/>
          <p:cNvSpPr/>
          <p:nvPr/>
        </p:nvSpPr>
        <p:spPr>
          <a:xfrm>
            <a:off x="2758288" y="5779008"/>
            <a:ext cx="1417320" cy="420624"/>
          </a:xfrm>
          <a:prstGeom prst="roundRect">
            <a:avLst>
              <a:gd name="adj" fmla="val 50000"/>
            </a:avLst>
          </a:prstGeom>
          <a:solidFill>
            <a:srgbClr val="E5484D"/>
          </a:solidFill>
          <a:ln/>
        </p:spPr>
      </p:sp>
      <p:sp>
        <p:nvSpPr>
          <p:cNvPr id="41" name="공통점 위험한 곳"/>
          <p:cNvSpPr txBox="1"/>
          <p:nvPr/>
        </p:nvSpPr>
        <p:spPr>
          <a:xfrm>
            <a:off x="2758288" y="5779008"/>
            <a:ext cx="1417320" cy="420624"/>
          </a:xfrm>
          <a:prstGeom prst="rect">
            <a:avLst/>
          </a:prstGeom>
          <a:noFill/>
          <a:ln/>
        </p:spPr>
        <p:txBody>
          <a:bodyPr wrap="square" lIns="0" tIns="0" rIns="0" bIns="0" rtlCol="0" anchor="ctr"/>
          <a:lstStyle/>
          <a:p>
            <a:pPr algn="ctr" indent="0" marL="0">
              <a:buNone/>
            </a:pPr>
            <a:r>
              <a:rPr lang="en-US" sz="1500" b="1" dirty="0">
                <a:solidFill>
                  <a:schemeClr val="bg1"/>
                </a:solidFill>
              </a:rPr>
              <a:t>위험한 곳</a:t>
            </a:r>
            <a:endParaRPr lang="en-US" sz="1500" dirty="0"/>
          </a:p>
        </p:txBody>
      </p:sp>
      <p:sp>
        <p:nvSpPr>
          <p:cNvPr id="42" name="공통점 먼 곳 배경"/>
          <p:cNvSpPr/>
          <p:nvPr/>
        </p:nvSpPr>
        <p:spPr>
          <a:xfrm>
            <a:off x="4312768" y="5779008"/>
            <a:ext cx="1417320" cy="420624"/>
          </a:xfrm>
          <a:prstGeom prst="roundRect">
            <a:avLst>
              <a:gd name="adj" fmla="val 50000"/>
            </a:avLst>
          </a:prstGeom>
          <a:solidFill>
            <a:srgbClr val="2E9BDA"/>
          </a:solidFill>
          <a:ln/>
        </p:spPr>
      </p:sp>
      <p:sp>
        <p:nvSpPr>
          <p:cNvPr id="43" name="공통점 먼 곳"/>
          <p:cNvSpPr txBox="1"/>
          <p:nvPr/>
        </p:nvSpPr>
        <p:spPr>
          <a:xfrm>
            <a:off x="4312768" y="5779008"/>
            <a:ext cx="1417320" cy="420624"/>
          </a:xfrm>
          <a:prstGeom prst="rect">
            <a:avLst/>
          </a:prstGeom>
          <a:noFill/>
          <a:ln/>
        </p:spPr>
        <p:txBody>
          <a:bodyPr wrap="square" lIns="0" tIns="0" rIns="0" bIns="0" rtlCol="0" anchor="ctr"/>
          <a:lstStyle/>
          <a:p>
            <a:pPr algn="ctr" indent="0" marL="0">
              <a:buNone/>
            </a:pPr>
            <a:r>
              <a:rPr lang="en-US" sz="1500" b="1" dirty="0">
                <a:solidFill>
                  <a:schemeClr val="bg1"/>
                </a:solidFill>
              </a:rPr>
              <a:t>먼 곳</a:t>
            </a:r>
            <a:endParaRPr lang="en-US" sz="1500" dirty="0"/>
          </a:p>
        </p:txBody>
      </p:sp>
      <p:sp>
        <p:nvSpPr>
          <p:cNvPr id="44" name="공통점 힘든 일 배경"/>
          <p:cNvSpPr/>
          <p:nvPr/>
        </p:nvSpPr>
        <p:spPr>
          <a:xfrm>
            <a:off x="5867248" y="5779008"/>
            <a:ext cx="1417320" cy="420624"/>
          </a:xfrm>
          <a:prstGeom prst="roundRect">
            <a:avLst>
              <a:gd name="adj" fmla="val 50000"/>
            </a:avLst>
          </a:prstGeom>
          <a:solidFill>
            <a:srgbClr val="14B8A6"/>
          </a:solidFill>
          <a:ln/>
        </p:spPr>
      </p:sp>
      <p:sp>
        <p:nvSpPr>
          <p:cNvPr id="45" name="공통점 힘든 일"/>
          <p:cNvSpPr txBox="1"/>
          <p:nvPr/>
        </p:nvSpPr>
        <p:spPr>
          <a:xfrm>
            <a:off x="5867248" y="5779008"/>
            <a:ext cx="1417320" cy="420624"/>
          </a:xfrm>
          <a:prstGeom prst="rect">
            <a:avLst/>
          </a:prstGeom>
          <a:noFill/>
          <a:ln/>
        </p:spPr>
        <p:txBody>
          <a:bodyPr wrap="square" lIns="0" tIns="0" rIns="0" bIns="0" rtlCol="0" anchor="ctr"/>
          <a:lstStyle/>
          <a:p>
            <a:pPr algn="ctr" indent="0" marL="0">
              <a:buNone/>
            </a:pPr>
            <a:r>
              <a:rPr lang="en-US" sz="1500" b="1" dirty="0">
                <a:solidFill>
                  <a:schemeClr val="bg1"/>
                </a:solidFill>
              </a:rPr>
              <a:t>힘든 일</a:t>
            </a:r>
            <a:endParaRPr lang="en-US" sz="1500" dirty="0"/>
          </a:p>
        </p:txBody>
      </p:sp>
      <p:sp>
        <p:nvSpPr>
          <p:cNvPr id="46" name="공통점 문장"/>
          <p:cNvSpPr txBox="1"/>
          <p:nvPr/>
        </p:nvSpPr>
        <p:spPr>
          <a:xfrm>
            <a:off x="7513168" y="5760720"/>
            <a:ext cx="3383280" cy="457200"/>
          </a:xfrm>
          <a:prstGeom prst="rect">
            <a:avLst/>
          </a:prstGeom>
          <a:noFill/>
          <a:ln/>
        </p:spPr>
        <p:txBody>
          <a:bodyPr wrap="square" lIns="0" tIns="0" rIns="0" bIns="0" rtlCol="0" anchor="ctr"/>
          <a:lstStyle/>
          <a:p>
            <a:pPr indent="0" marL="0">
              <a:buNone/>
            </a:pPr>
            <a:r>
              <a:rPr lang="en-US" sz="1700" b="1" dirty="0">
                <a:solidFill>
                  <a:schemeClr val="tx2"/>
                </a:solidFill>
              </a:rPr>
              <a:t>→  사람 대신 드론이 맡아요</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왜 드론을 배워야 할까?</a:t>
            </a:r>
            <a:endParaRPr lang="en-US" sz="3200" dirty="0"/>
          </a:p>
        </p:txBody>
      </p:sp>
      <p:sp>
        <p:nvSpPr>
          <p:cNvPr id="3" name="조종 드론 카드"/>
          <p:cNvSpPr/>
          <p:nvPr/>
        </p:nvSpPr>
        <p:spPr>
          <a:xfrm>
            <a:off x="548640" y="1325880"/>
            <a:ext cx="4572000" cy="1417320"/>
          </a:xfrm>
          <a:prstGeom prst="roundRect">
            <a:avLst>
              <a:gd name="adj" fmla="val 11613"/>
            </a:avLst>
          </a:prstGeom>
          <a:solidFill>
            <a:schemeClr val="bg2"/>
          </a:solidFill>
          <a:ln/>
        </p:spPr>
      </p:sp>
      <p:sp>
        <p:nvSpPr>
          <p:cNvPr id="4" name="조종 드론 원"/>
          <p:cNvSpPr/>
          <p:nvPr/>
        </p:nvSpPr>
        <p:spPr>
          <a:xfrm>
            <a:off x="822960" y="1645920"/>
            <a:ext cx="777240" cy="777240"/>
          </a:xfrm>
          <a:prstGeom prst="ellipse">
            <a:avLst/>
          </a:prstGeom>
          <a:solidFill>
            <a:schemeClr val="accent6"/>
          </a:solidFill>
          <a:ln/>
        </p:spPr>
      </p:sp>
      <p:pic>
        <p:nvPicPr>
          <p:cNvPr id="5" name="조종 드론 아이콘" descr="조종 드론">    </p:cNvPr>
          <p:cNvPicPr>
            <a:picLocks noChangeAspect="1"/>
          </p:cNvPicPr>
          <p:nvPr/>
        </p:nvPicPr>
        <p:blipFill>
          <a:blip r:embed="rId1"/>
          <a:stretch>
            <a:fillRect/>
          </a:stretch>
        </p:blipFill>
        <p:spPr>
          <a:xfrm>
            <a:off x="1009498" y="1832458"/>
            <a:ext cx="404165" cy="404165"/>
          </a:xfrm>
          <a:prstGeom prst="rect">
            <a:avLst/>
          </a:prstGeom>
        </p:spPr>
      </p:pic>
      <p:sp>
        <p:nvSpPr>
          <p:cNvPr id="6" name="조종 드론"/>
          <p:cNvSpPr txBox="1"/>
          <p:nvPr/>
        </p:nvSpPr>
        <p:spPr>
          <a:xfrm>
            <a:off x="1828800" y="1371600"/>
            <a:ext cx="3154680" cy="1325880"/>
          </a:xfrm>
          <a:prstGeom prst="rect">
            <a:avLst/>
          </a:prstGeom>
          <a:noFill/>
          <a:ln/>
        </p:spPr>
        <p:txBody>
          <a:bodyPr wrap="square" lIns="0" tIns="0" rIns="0" bIns="0" rtlCol="0" anchor="ctr"/>
          <a:lstStyle/>
          <a:p>
            <a:pPr indent="0" marL="0">
              <a:buNone/>
            </a:pPr>
            <a:r>
              <a:rPr lang="en-US" sz="1200" b="1" dirty="0">
                <a:solidFill>
                  <a:schemeClr val="accent6"/>
                </a:solidFill>
              </a:rPr>
              <a:t>지금까지</a:t>
            </a:r>
            <a:endParaRPr lang="en-US" sz="1200" dirty="0"/>
          </a:p>
          <a:p>
            <a:pPr indent="0" marL="0">
              <a:buNone/>
            </a:pPr>
            <a:r>
              <a:rPr lang="en-US" sz="1800" b="1" dirty="0">
                <a:solidFill>
                  <a:schemeClr val="tx2"/>
                </a:solidFill>
              </a:rPr>
              <a:t>사람이 조종하는 드론</a:t>
            </a:r>
            <a:endParaRPr lang="en-US" sz="1200" dirty="0"/>
          </a:p>
          <a:p>
            <a:pPr indent="0" marL="0">
              <a:buNone/>
            </a:pPr>
            <a:r>
              <a:rPr lang="en-US" sz="1300" dirty="0">
                <a:solidFill>
                  <a:schemeClr val="tx1"/>
                </a:solidFill>
              </a:rPr>
              <a:t>리모컨으로 하나하나 움직여요</a:t>
            </a:r>
            <a:endParaRPr lang="en-US" sz="1200" dirty="0"/>
          </a:p>
        </p:txBody>
      </p:sp>
      <p:pic>
        <p:nvPicPr>
          <p:cNvPr id="7" name="진화 화살표" descr="오른쪽 화살표">    </p:cNvPr>
          <p:cNvPicPr>
            <a:picLocks noChangeAspect="1"/>
          </p:cNvPicPr>
          <p:nvPr/>
        </p:nvPicPr>
        <p:blipFill>
          <a:blip r:embed="rId2"/>
          <a:stretch>
            <a:fillRect/>
          </a:stretch>
        </p:blipFill>
        <p:spPr>
          <a:xfrm>
            <a:off x="5733288" y="1709928"/>
            <a:ext cx="685800" cy="685800"/>
          </a:xfrm>
          <a:prstGeom prst="rect">
            <a:avLst/>
          </a:prstGeom>
        </p:spPr>
      </p:pic>
      <p:sp>
        <p:nvSpPr>
          <p:cNvPr id="8" name="생각하는 드론 카드"/>
          <p:cNvSpPr/>
          <p:nvPr/>
        </p:nvSpPr>
        <p:spPr>
          <a:xfrm>
            <a:off x="7040880" y="1325880"/>
            <a:ext cx="4572000" cy="1417320"/>
          </a:xfrm>
          <a:prstGeom prst="roundRect">
            <a:avLst>
              <a:gd name="adj" fmla="val 11613"/>
            </a:avLst>
          </a:prstGeom>
          <a:solidFill>
            <a:schemeClr val="tx2"/>
          </a:solidFill>
          <a:ln/>
          <a:effectLst>
            <a:outerShdw sx="100000" sy="100000" kx="0" ky="0" algn="bl" rotWithShape="0" blurRad="101600" dist="25400" dir="5400000">
              <a:srgbClr val="0B1F3A">
                <a:alpha val="16000"/>
              </a:srgbClr>
            </a:outerShdw>
          </a:effectLst>
        </p:spPr>
      </p:sp>
      <p:sp>
        <p:nvSpPr>
          <p:cNvPr id="9" name="생각하는 드론 원"/>
          <p:cNvSpPr/>
          <p:nvPr/>
        </p:nvSpPr>
        <p:spPr>
          <a:xfrm>
            <a:off x="7315200" y="1645920"/>
            <a:ext cx="777240" cy="777240"/>
          </a:xfrm>
          <a:prstGeom prst="ellipse">
            <a:avLst/>
          </a:prstGeom>
          <a:solidFill>
            <a:schemeClr val="accent1"/>
          </a:solidFill>
          <a:ln/>
        </p:spPr>
      </p:sp>
      <p:pic>
        <p:nvPicPr>
          <p:cNvPr id="10" name="생각하는 드론 아이콘" descr="생각하는 드론">    </p:cNvPr>
          <p:cNvPicPr>
            <a:picLocks noChangeAspect="1"/>
          </p:cNvPicPr>
          <p:nvPr/>
        </p:nvPicPr>
        <p:blipFill>
          <a:blip r:embed="rId3"/>
          <a:stretch>
            <a:fillRect/>
          </a:stretch>
        </p:blipFill>
        <p:spPr>
          <a:xfrm>
            <a:off x="7501738" y="1832458"/>
            <a:ext cx="404165" cy="404165"/>
          </a:xfrm>
          <a:prstGeom prst="rect">
            <a:avLst/>
          </a:prstGeom>
        </p:spPr>
      </p:pic>
      <p:sp>
        <p:nvSpPr>
          <p:cNvPr id="11" name="생각하는 드론"/>
          <p:cNvSpPr txBox="1"/>
          <p:nvPr/>
        </p:nvSpPr>
        <p:spPr>
          <a:xfrm>
            <a:off x="8321040" y="1371600"/>
            <a:ext cx="3200400" cy="1325880"/>
          </a:xfrm>
          <a:prstGeom prst="rect">
            <a:avLst/>
          </a:prstGeom>
          <a:noFill/>
          <a:ln/>
        </p:spPr>
        <p:txBody>
          <a:bodyPr wrap="square" lIns="0" tIns="0" rIns="0" bIns="0" rtlCol="0" anchor="ctr"/>
          <a:lstStyle/>
          <a:p>
            <a:pPr indent="0" marL="0">
              <a:buNone/>
            </a:pPr>
            <a:r>
              <a:rPr lang="en-US" sz="1200" b="1" dirty="0">
                <a:solidFill>
                  <a:schemeClr val="accent1"/>
                </a:solidFill>
              </a:rPr>
              <a:t>앞으로</a:t>
            </a:r>
            <a:endParaRPr lang="en-US" sz="1200" dirty="0"/>
          </a:p>
          <a:p>
            <a:pPr indent="0" marL="0">
              <a:buNone/>
            </a:pPr>
            <a:r>
              <a:rPr lang="en-US" sz="1800" b="1" dirty="0">
                <a:solidFill>
                  <a:schemeClr val="bg1"/>
                </a:solidFill>
              </a:rPr>
              <a:t>스스로 생각하는 드론</a:t>
            </a:r>
            <a:endParaRPr lang="en-US" sz="1200" dirty="0"/>
          </a:p>
          <a:p>
            <a:pPr indent="0" marL="0">
              <a:buNone/>
            </a:pPr>
            <a:r>
              <a:rPr lang="en-US" sz="1300" dirty="0">
                <a:solidFill>
                  <a:schemeClr val="bg2"/>
                </a:solidFill>
              </a:rPr>
              <a:t>장애물을 피하고 길을 찾아요</a:t>
            </a:r>
            <a:endParaRPr lang="en-US" sz="1200" dirty="0"/>
          </a:p>
        </p:txBody>
      </p:sp>
      <p:sp>
        <p:nvSpPr>
          <p:cNvPr id="12" name="AI 문장"/>
          <p:cNvSpPr txBox="1"/>
          <p:nvPr/>
        </p:nvSpPr>
        <p:spPr>
          <a:xfrm>
            <a:off x="548640" y="2880360"/>
            <a:ext cx="11064240" cy="457200"/>
          </a:xfrm>
          <a:prstGeom prst="rect">
            <a:avLst/>
          </a:prstGeom>
          <a:noFill/>
          <a:ln/>
        </p:spPr>
        <p:txBody>
          <a:bodyPr wrap="square" lIns="0" tIns="0" rIns="0" bIns="0" rtlCol="0" anchor="ctr"/>
          <a:lstStyle/>
          <a:p>
            <a:pPr algn="ctr" indent="0" marL="0">
              <a:buNone/>
            </a:pPr>
            <a:r>
              <a:rPr lang="en-US" sz="1800" b="1" dirty="0">
                <a:solidFill>
                  <a:schemeClr val="tx2"/>
                </a:solidFill>
              </a:rPr>
              <a:t>드론이 스스로 생각하게 만드는 힘 = </a:t>
            </a:r>
            <a:pPr algn="ctr" indent="0" marL="0">
              <a:buNone/>
            </a:pPr>
            <a:r>
              <a:rPr lang="en-US" sz="1800" b="1" dirty="0">
                <a:solidFill>
                  <a:schemeClr val="accent1"/>
                </a:solidFill>
              </a:rPr>
              <a:t>AI와 코딩</a:t>
            </a:r>
            <a:endParaRPr lang="en-US" sz="1800" dirty="0"/>
          </a:p>
        </p:txBody>
      </p:sp>
      <p:sp>
        <p:nvSpPr>
          <p:cNvPr id="13" name="눈으로 보는 AI 카드"/>
          <p:cNvSpPr/>
          <p:nvPr/>
        </p:nvSpPr>
        <p:spPr>
          <a:xfrm>
            <a:off x="548640" y="3520440"/>
            <a:ext cx="3502152" cy="2103120"/>
          </a:xfrm>
          <a:prstGeom prst="roundRect">
            <a:avLst>
              <a:gd name="adj" fmla="val 7826"/>
            </a:avLst>
          </a:prstGeom>
          <a:solidFill>
            <a:schemeClr val="bg1"/>
          </a:solidFill>
          <a:ln w="12700">
            <a:solidFill>
              <a:srgbClr val="D9E3EE"/>
            </a:solidFill>
            <a:prstDash val="solid"/>
          </a:ln>
          <a:effectLst>
            <a:outerShdw sx="100000" sy="100000" kx="0" ky="0" algn="bl" rotWithShape="0" blurRad="101600" dist="25400" dir="5400000">
              <a:srgbClr val="0B1F3A">
                <a:alpha val="16000"/>
              </a:srgbClr>
            </a:outerShdw>
          </a:effectLst>
        </p:spPr>
      </p:sp>
      <p:sp>
        <p:nvSpPr>
          <p:cNvPr id="14" name="눈으로 보는 AI 원"/>
          <p:cNvSpPr/>
          <p:nvPr/>
        </p:nvSpPr>
        <p:spPr>
          <a:xfrm>
            <a:off x="822960" y="3749040"/>
            <a:ext cx="685800" cy="685800"/>
          </a:xfrm>
          <a:prstGeom prst="ellipse">
            <a:avLst/>
          </a:prstGeom>
          <a:solidFill>
            <a:schemeClr val="accent1"/>
          </a:solidFill>
          <a:ln/>
        </p:spPr>
      </p:sp>
      <p:pic>
        <p:nvPicPr>
          <p:cNvPr id="15" name="눈으로 보는 AI 아이콘" descr="눈으로 보는 AI">    </p:cNvPr>
          <p:cNvPicPr>
            <a:picLocks noChangeAspect="1"/>
          </p:cNvPicPr>
          <p:nvPr/>
        </p:nvPicPr>
        <p:blipFill>
          <a:blip r:embed="rId4"/>
          <a:stretch>
            <a:fillRect/>
          </a:stretch>
        </p:blipFill>
        <p:spPr>
          <a:xfrm>
            <a:off x="987552" y="3913632"/>
            <a:ext cx="356616" cy="356616"/>
          </a:xfrm>
          <a:prstGeom prst="rect">
            <a:avLst/>
          </a:prstGeom>
        </p:spPr>
      </p:pic>
      <p:sp>
        <p:nvSpPr>
          <p:cNvPr id="16" name="눈으로 보는 AI 제목"/>
          <p:cNvSpPr txBox="1"/>
          <p:nvPr/>
        </p:nvSpPr>
        <p:spPr>
          <a:xfrm>
            <a:off x="1645920" y="3749040"/>
            <a:ext cx="2267712" cy="685800"/>
          </a:xfrm>
          <a:prstGeom prst="rect">
            <a:avLst/>
          </a:prstGeom>
          <a:noFill/>
          <a:ln/>
        </p:spPr>
        <p:txBody>
          <a:bodyPr wrap="square" lIns="0" tIns="0" rIns="0" bIns="0" rtlCol="0" anchor="ctr"/>
          <a:lstStyle/>
          <a:p>
            <a:pPr indent="0" marL="0">
              <a:buNone/>
            </a:pPr>
            <a:r>
              <a:rPr lang="en-US" sz="1800" b="1" dirty="0">
                <a:solidFill>
                  <a:schemeClr val="tx2"/>
                </a:solidFill>
              </a:rPr>
              <a:t>눈으로 보는 AI</a:t>
            </a:r>
            <a:endParaRPr lang="en-US" sz="1800" dirty="0"/>
          </a:p>
        </p:txBody>
      </p:sp>
      <p:sp>
        <p:nvSpPr>
          <p:cNvPr id="17" name="눈으로 보는 AI 설명"/>
          <p:cNvSpPr txBox="1"/>
          <p:nvPr/>
        </p:nvSpPr>
        <p:spPr>
          <a:xfrm>
            <a:off x="822960" y="4553712"/>
            <a:ext cx="2999232" cy="594360"/>
          </a:xfrm>
          <a:prstGeom prst="rect">
            <a:avLst/>
          </a:prstGeom>
          <a:noFill/>
          <a:ln/>
        </p:spPr>
        <p:txBody>
          <a:bodyPr wrap="square" lIns="0" tIns="0" rIns="0" bIns="0" rtlCol="0" anchor="t"/>
          <a:lstStyle/>
          <a:p>
            <a:pPr indent="0" marL="0">
              <a:buNone/>
            </a:pPr>
            <a:r>
              <a:rPr lang="en-US" sz="1300" dirty="0">
                <a:solidFill>
                  <a:schemeClr val="tx1"/>
                </a:solidFill>
              </a:rPr>
              <a:t>내가 만든 코드가 진짜로 날아서 결과를 바로 보여 줘요</a:t>
            </a:r>
            <a:endParaRPr lang="en-US" sz="1300" dirty="0"/>
          </a:p>
        </p:txBody>
      </p:sp>
      <p:sp>
        <p:nvSpPr>
          <p:cNvPr id="18" name="눈으로 보는 AI 코드"/>
          <p:cNvSpPr/>
          <p:nvPr/>
        </p:nvSpPr>
        <p:spPr>
          <a:xfrm>
            <a:off x="822960" y="5193792"/>
            <a:ext cx="868680" cy="310896"/>
          </a:xfrm>
          <a:prstGeom prst="roundRect">
            <a:avLst>
              <a:gd name="adj" fmla="val 50000"/>
            </a:avLst>
          </a:prstGeom>
          <a:solidFill>
            <a:schemeClr val="bg2"/>
          </a:solidFill>
          <a:ln w="12700">
            <a:solidFill>
              <a:schemeClr val="accent1"/>
            </a:solidFill>
            <a:prstDash val="solid"/>
          </a:ln>
        </p:spPr>
      </p:sp>
      <p:sp>
        <p:nvSpPr>
          <p:cNvPr id="19" name="눈으로 보는 AI 코드 글자"/>
          <p:cNvSpPr txBox="1"/>
          <p:nvPr/>
        </p:nvSpPr>
        <p:spPr>
          <a:xfrm>
            <a:off x="822960" y="5193792"/>
            <a:ext cx="868680" cy="310896"/>
          </a:xfrm>
          <a:prstGeom prst="rect">
            <a:avLst/>
          </a:prstGeom>
          <a:noFill/>
          <a:ln/>
        </p:spPr>
        <p:txBody>
          <a:bodyPr wrap="square" lIns="0" tIns="0" rIns="0" bIns="0" rtlCol="0" anchor="ctr"/>
          <a:lstStyle/>
          <a:p>
            <a:pPr algn="ctr" indent="0" marL="0">
              <a:buNone/>
            </a:pPr>
            <a:r>
              <a:rPr lang="en-US" sz="1100" b="1" dirty="0">
                <a:solidFill>
                  <a:schemeClr val="accent1"/>
                </a:solidFill>
              </a:rPr>
              <a:t>코드</a:t>
            </a:r>
            <a:endParaRPr lang="en-US" sz="1100" dirty="0"/>
          </a:p>
        </p:txBody>
      </p:sp>
      <p:sp>
        <p:nvSpPr>
          <p:cNvPr id="20" name="눈으로 보는 AI 화살표"/>
          <p:cNvSpPr txBox="1"/>
          <p:nvPr/>
        </p:nvSpPr>
        <p:spPr>
          <a:xfrm>
            <a:off x="1783080" y="5193792"/>
            <a:ext cx="320040" cy="310896"/>
          </a:xfrm>
          <a:prstGeom prst="rect">
            <a:avLst/>
          </a:prstGeom>
          <a:noFill/>
          <a:ln/>
        </p:spPr>
        <p:txBody>
          <a:bodyPr wrap="square" lIns="0" tIns="0" rIns="0" bIns="0" rtlCol="0" anchor="ctr"/>
          <a:lstStyle/>
          <a:p>
            <a:pPr algn="ctr" indent="0" marL="0">
              <a:buNone/>
            </a:pPr>
            <a:r>
              <a:rPr lang="en-US" sz="1400" b="1" dirty="0">
                <a:solidFill>
                  <a:schemeClr val="accent1"/>
                </a:solidFill>
              </a:rPr>
              <a:t>→</a:t>
            </a:r>
            <a:endParaRPr lang="en-US" sz="1400" dirty="0"/>
          </a:p>
        </p:txBody>
      </p:sp>
      <p:sp>
        <p:nvSpPr>
          <p:cNvPr id="21" name="눈으로 보는 AI 비행"/>
          <p:cNvSpPr/>
          <p:nvPr/>
        </p:nvSpPr>
        <p:spPr>
          <a:xfrm>
            <a:off x="2148840" y="5193792"/>
            <a:ext cx="868680" cy="310896"/>
          </a:xfrm>
          <a:prstGeom prst="roundRect">
            <a:avLst>
              <a:gd name="adj" fmla="val 50000"/>
            </a:avLst>
          </a:prstGeom>
          <a:solidFill>
            <a:schemeClr val="bg2"/>
          </a:solidFill>
          <a:ln w="12700">
            <a:solidFill>
              <a:schemeClr val="accent1"/>
            </a:solidFill>
            <a:prstDash val="solid"/>
          </a:ln>
        </p:spPr>
      </p:sp>
      <p:sp>
        <p:nvSpPr>
          <p:cNvPr id="22" name="눈으로 보는 AI 비행 글자"/>
          <p:cNvSpPr txBox="1"/>
          <p:nvPr/>
        </p:nvSpPr>
        <p:spPr>
          <a:xfrm>
            <a:off x="2148840" y="5193792"/>
            <a:ext cx="868680" cy="310896"/>
          </a:xfrm>
          <a:prstGeom prst="rect">
            <a:avLst/>
          </a:prstGeom>
          <a:noFill/>
          <a:ln/>
        </p:spPr>
        <p:txBody>
          <a:bodyPr wrap="square" lIns="0" tIns="0" rIns="0" bIns="0" rtlCol="0" anchor="ctr"/>
          <a:lstStyle/>
          <a:p>
            <a:pPr algn="ctr" indent="0" marL="0">
              <a:buNone/>
            </a:pPr>
            <a:r>
              <a:rPr lang="en-US" sz="1100" b="1" dirty="0">
                <a:solidFill>
                  <a:schemeClr val="accent1"/>
                </a:solidFill>
              </a:rPr>
              <a:t>비행</a:t>
            </a:r>
            <a:endParaRPr lang="en-US" sz="1100" dirty="0"/>
          </a:p>
        </p:txBody>
      </p:sp>
      <p:sp>
        <p:nvSpPr>
          <p:cNvPr id="23" name="여러 과목이 한 번에 카드"/>
          <p:cNvSpPr/>
          <p:nvPr/>
        </p:nvSpPr>
        <p:spPr>
          <a:xfrm>
            <a:off x="4325112" y="3520440"/>
            <a:ext cx="3502152" cy="2103120"/>
          </a:xfrm>
          <a:prstGeom prst="roundRect">
            <a:avLst>
              <a:gd name="adj" fmla="val 7826"/>
            </a:avLst>
          </a:prstGeom>
          <a:solidFill>
            <a:schemeClr val="bg1"/>
          </a:solidFill>
          <a:ln w="12700">
            <a:solidFill>
              <a:srgbClr val="D9E3EE"/>
            </a:solidFill>
            <a:prstDash val="solid"/>
          </a:ln>
          <a:effectLst>
            <a:outerShdw sx="100000" sy="100000" kx="0" ky="0" algn="bl" rotWithShape="0" blurRad="101600" dist="25400" dir="5400000">
              <a:srgbClr val="0B1F3A">
                <a:alpha val="16000"/>
              </a:srgbClr>
            </a:outerShdw>
          </a:effectLst>
        </p:spPr>
      </p:sp>
      <p:sp>
        <p:nvSpPr>
          <p:cNvPr id="24" name="여러 과목이 한 번에 원"/>
          <p:cNvSpPr/>
          <p:nvPr/>
        </p:nvSpPr>
        <p:spPr>
          <a:xfrm>
            <a:off x="4599432" y="3749040"/>
            <a:ext cx="685800" cy="685800"/>
          </a:xfrm>
          <a:prstGeom prst="ellipse">
            <a:avLst/>
          </a:prstGeom>
          <a:solidFill>
            <a:schemeClr val="accent2"/>
          </a:solidFill>
          <a:ln/>
        </p:spPr>
      </p:sp>
      <p:pic>
        <p:nvPicPr>
          <p:cNvPr id="25" name="여러 과목이 한 번에 아이콘" descr="여러 과목이 한 번에">    </p:cNvPr>
          <p:cNvPicPr>
            <a:picLocks noChangeAspect="1"/>
          </p:cNvPicPr>
          <p:nvPr/>
        </p:nvPicPr>
        <p:blipFill>
          <a:blip r:embed="rId5"/>
          <a:stretch>
            <a:fillRect/>
          </a:stretch>
        </p:blipFill>
        <p:spPr>
          <a:xfrm>
            <a:off x="4764024" y="3913632"/>
            <a:ext cx="356616" cy="356616"/>
          </a:xfrm>
          <a:prstGeom prst="rect">
            <a:avLst/>
          </a:prstGeom>
        </p:spPr>
      </p:pic>
      <p:sp>
        <p:nvSpPr>
          <p:cNvPr id="26" name="여러 과목이 한 번에 제목"/>
          <p:cNvSpPr txBox="1"/>
          <p:nvPr/>
        </p:nvSpPr>
        <p:spPr>
          <a:xfrm>
            <a:off x="5422392" y="3749040"/>
            <a:ext cx="2267712" cy="685800"/>
          </a:xfrm>
          <a:prstGeom prst="rect">
            <a:avLst/>
          </a:prstGeom>
          <a:noFill/>
          <a:ln/>
        </p:spPr>
        <p:txBody>
          <a:bodyPr wrap="square" lIns="0" tIns="0" rIns="0" bIns="0" rtlCol="0" anchor="ctr"/>
          <a:lstStyle/>
          <a:p>
            <a:pPr indent="0" marL="0">
              <a:buNone/>
            </a:pPr>
            <a:r>
              <a:rPr lang="en-US" sz="1800" b="1" dirty="0">
                <a:solidFill>
                  <a:schemeClr val="tx2"/>
                </a:solidFill>
              </a:rPr>
              <a:t>여러 과목이 한 번에</a:t>
            </a:r>
            <a:endParaRPr lang="en-US" sz="1800" dirty="0"/>
          </a:p>
        </p:txBody>
      </p:sp>
      <p:sp>
        <p:nvSpPr>
          <p:cNvPr id="27" name="여러 과목이 한 번에 설명"/>
          <p:cNvSpPr txBox="1"/>
          <p:nvPr/>
        </p:nvSpPr>
        <p:spPr>
          <a:xfrm>
            <a:off x="4599432" y="4553712"/>
            <a:ext cx="2999232" cy="594360"/>
          </a:xfrm>
          <a:prstGeom prst="rect">
            <a:avLst/>
          </a:prstGeom>
          <a:noFill/>
          <a:ln/>
        </p:spPr>
        <p:txBody>
          <a:bodyPr wrap="square" lIns="0" tIns="0" rIns="0" bIns="0" rtlCol="0" anchor="t"/>
          <a:lstStyle/>
          <a:p>
            <a:pPr indent="0" marL="0">
              <a:buNone/>
            </a:pPr>
            <a:r>
              <a:rPr lang="en-US" sz="1300" dirty="0">
                <a:solidFill>
                  <a:schemeClr val="tx1"/>
                </a:solidFill>
              </a:rPr>
              <a:t>드론 하나에 여러 과목이 함께 들어 있어요</a:t>
            </a:r>
            <a:endParaRPr lang="en-US" sz="1300" dirty="0"/>
          </a:p>
        </p:txBody>
      </p:sp>
      <p:sp>
        <p:nvSpPr>
          <p:cNvPr id="28" name="여러 과목이 한 번에 코딩"/>
          <p:cNvSpPr/>
          <p:nvPr/>
        </p:nvSpPr>
        <p:spPr>
          <a:xfrm>
            <a:off x="4599432" y="5193792"/>
            <a:ext cx="868680" cy="310896"/>
          </a:xfrm>
          <a:prstGeom prst="roundRect">
            <a:avLst>
              <a:gd name="adj" fmla="val 50000"/>
            </a:avLst>
          </a:prstGeom>
          <a:solidFill>
            <a:schemeClr val="bg2"/>
          </a:solidFill>
          <a:ln w="12700">
            <a:solidFill>
              <a:schemeClr val="accent2"/>
            </a:solidFill>
            <a:prstDash val="solid"/>
          </a:ln>
        </p:spPr>
      </p:sp>
      <p:sp>
        <p:nvSpPr>
          <p:cNvPr id="29" name="여러 과목이 한 번에 코딩 글자"/>
          <p:cNvSpPr txBox="1"/>
          <p:nvPr/>
        </p:nvSpPr>
        <p:spPr>
          <a:xfrm>
            <a:off x="4599432" y="5193792"/>
            <a:ext cx="868680" cy="310896"/>
          </a:xfrm>
          <a:prstGeom prst="rect">
            <a:avLst/>
          </a:prstGeom>
          <a:noFill/>
          <a:ln/>
        </p:spPr>
        <p:txBody>
          <a:bodyPr wrap="square" lIns="0" tIns="0" rIns="0" bIns="0" rtlCol="0" anchor="ctr"/>
          <a:lstStyle/>
          <a:p>
            <a:pPr algn="ctr" indent="0" marL="0">
              <a:buNone/>
            </a:pPr>
            <a:r>
              <a:rPr lang="en-US" sz="1100" b="1" dirty="0">
                <a:solidFill>
                  <a:schemeClr val="accent2"/>
                </a:solidFill>
              </a:rPr>
              <a:t>코딩</a:t>
            </a:r>
            <a:endParaRPr lang="en-US" sz="1100" dirty="0"/>
          </a:p>
        </p:txBody>
      </p:sp>
      <p:sp>
        <p:nvSpPr>
          <p:cNvPr id="30" name="여러 과목이 한 번에 과학"/>
          <p:cNvSpPr/>
          <p:nvPr/>
        </p:nvSpPr>
        <p:spPr>
          <a:xfrm>
            <a:off x="5559552" y="5193792"/>
            <a:ext cx="868680" cy="310896"/>
          </a:xfrm>
          <a:prstGeom prst="roundRect">
            <a:avLst>
              <a:gd name="adj" fmla="val 50000"/>
            </a:avLst>
          </a:prstGeom>
          <a:solidFill>
            <a:schemeClr val="bg2"/>
          </a:solidFill>
          <a:ln w="12700">
            <a:solidFill>
              <a:schemeClr val="accent2"/>
            </a:solidFill>
            <a:prstDash val="solid"/>
          </a:ln>
        </p:spPr>
      </p:sp>
      <p:sp>
        <p:nvSpPr>
          <p:cNvPr id="31" name="여러 과목이 한 번에 과학 글자"/>
          <p:cNvSpPr txBox="1"/>
          <p:nvPr/>
        </p:nvSpPr>
        <p:spPr>
          <a:xfrm>
            <a:off x="5559552" y="5193792"/>
            <a:ext cx="868680" cy="310896"/>
          </a:xfrm>
          <a:prstGeom prst="rect">
            <a:avLst/>
          </a:prstGeom>
          <a:noFill/>
          <a:ln/>
        </p:spPr>
        <p:txBody>
          <a:bodyPr wrap="square" lIns="0" tIns="0" rIns="0" bIns="0" rtlCol="0" anchor="ctr"/>
          <a:lstStyle/>
          <a:p>
            <a:pPr algn="ctr" indent="0" marL="0">
              <a:buNone/>
            </a:pPr>
            <a:r>
              <a:rPr lang="en-US" sz="1100" b="1" dirty="0">
                <a:solidFill>
                  <a:schemeClr val="accent2"/>
                </a:solidFill>
              </a:rPr>
              <a:t>과학</a:t>
            </a:r>
            <a:endParaRPr lang="en-US" sz="1100" dirty="0"/>
          </a:p>
        </p:txBody>
      </p:sp>
      <p:sp>
        <p:nvSpPr>
          <p:cNvPr id="32" name="여러 과목이 한 번에 수학"/>
          <p:cNvSpPr/>
          <p:nvPr/>
        </p:nvSpPr>
        <p:spPr>
          <a:xfrm>
            <a:off x="6519672" y="5193792"/>
            <a:ext cx="868680" cy="310896"/>
          </a:xfrm>
          <a:prstGeom prst="roundRect">
            <a:avLst>
              <a:gd name="adj" fmla="val 50000"/>
            </a:avLst>
          </a:prstGeom>
          <a:solidFill>
            <a:schemeClr val="bg2"/>
          </a:solidFill>
          <a:ln w="12700">
            <a:solidFill>
              <a:schemeClr val="accent2"/>
            </a:solidFill>
            <a:prstDash val="solid"/>
          </a:ln>
        </p:spPr>
      </p:sp>
      <p:sp>
        <p:nvSpPr>
          <p:cNvPr id="33" name="여러 과목이 한 번에 수학 글자"/>
          <p:cNvSpPr txBox="1"/>
          <p:nvPr/>
        </p:nvSpPr>
        <p:spPr>
          <a:xfrm>
            <a:off x="6519672" y="5193792"/>
            <a:ext cx="868680" cy="310896"/>
          </a:xfrm>
          <a:prstGeom prst="rect">
            <a:avLst/>
          </a:prstGeom>
          <a:noFill/>
          <a:ln/>
        </p:spPr>
        <p:txBody>
          <a:bodyPr wrap="square" lIns="0" tIns="0" rIns="0" bIns="0" rtlCol="0" anchor="ctr"/>
          <a:lstStyle/>
          <a:p>
            <a:pPr algn="ctr" indent="0" marL="0">
              <a:buNone/>
            </a:pPr>
            <a:r>
              <a:rPr lang="en-US" sz="1100" b="1" dirty="0">
                <a:solidFill>
                  <a:schemeClr val="accent2"/>
                </a:solidFill>
              </a:rPr>
              <a:t>수학</a:t>
            </a:r>
            <a:endParaRPr lang="en-US" sz="1100" dirty="0"/>
          </a:p>
        </p:txBody>
      </p:sp>
      <p:sp>
        <p:nvSpPr>
          <p:cNvPr id="34" name="미래의 직업 카드"/>
          <p:cNvSpPr/>
          <p:nvPr/>
        </p:nvSpPr>
        <p:spPr>
          <a:xfrm>
            <a:off x="8101584" y="3520440"/>
            <a:ext cx="3502152" cy="2103120"/>
          </a:xfrm>
          <a:prstGeom prst="roundRect">
            <a:avLst>
              <a:gd name="adj" fmla="val 7826"/>
            </a:avLst>
          </a:prstGeom>
          <a:solidFill>
            <a:schemeClr val="bg1"/>
          </a:solidFill>
          <a:ln w="12700">
            <a:solidFill>
              <a:srgbClr val="D9E3EE"/>
            </a:solidFill>
            <a:prstDash val="solid"/>
          </a:ln>
          <a:effectLst>
            <a:outerShdw sx="100000" sy="100000" kx="0" ky="0" algn="bl" rotWithShape="0" blurRad="101600" dist="25400" dir="5400000">
              <a:srgbClr val="0B1F3A">
                <a:alpha val="16000"/>
              </a:srgbClr>
            </a:outerShdw>
          </a:effectLst>
        </p:spPr>
      </p:sp>
      <p:sp>
        <p:nvSpPr>
          <p:cNvPr id="35" name="미래의 직업 원"/>
          <p:cNvSpPr/>
          <p:nvPr/>
        </p:nvSpPr>
        <p:spPr>
          <a:xfrm>
            <a:off x="8375904" y="3749040"/>
            <a:ext cx="685800" cy="685800"/>
          </a:xfrm>
          <a:prstGeom prst="ellipse">
            <a:avLst/>
          </a:prstGeom>
          <a:solidFill>
            <a:schemeClr val="accent3"/>
          </a:solidFill>
          <a:ln/>
        </p:spPr>
      </p:sp>
      <p:pic>
        <p:nvPicPr>
          <p:cNvPr id="36" name="미래의 직업 아이콘" descr="미래의 직업">    </p:cNvPr>
          <p:cNvPicPr>
            <a:picLocks noChangeAspect="1"/>
          </p:cNvPicPr>
          <p:nvPr/>
        </p:nvPicPr>
        <p:blipFill>
          <a:blip r:embed="rId6"/>
          <a:stretch>
            <a:fillRect/>
          </a:stretch>
        </p:blipFill>
        <p:spPr>
          <a:xfrm>
            <a:off x="8540496" y="3913632"/>
            <a:ext cx="356616" cy="356616"/>
          </a:xfrm>
          <a:prstGeom prst="rect">
            <a:avLst/>
          </a:prstGeom>
        </p:spPr>
      </p:pic>
      <p:sp>
        <p:nvSpPr>
          <p:cNvPr id="37" name="미래의 직업 제목"/>
          <p:cNvSpPr txBox="1"/>
          <p:nvPr/>
        </p:nvSpPr>
        <p:spPr>
          <a:xfrm>
            <a:off x="9198864" y="3749040"/>
            <a:ext cx="2267712" cy="685800"/>
          </a:xfrm>
          <a:prstGeom prst="rect">
            <a:avLst/>
          </a:prstGeom>
          <a:noFill/>
          <a:ln/>
        </p:spPr>
        <p:txBody>
          <a:bodyPr wrap="square" lIns="0" tIns="0" rIns="0" bIns="0" rtlCol="0" anchor="ctr"/>
          <a:lstStyle/>
          <a:p>
            <a:pPr indent="0" marL="0">
              <a:buNone/>
            </a:pPr>
            <a:r>
              <a:rPr lang="en-US" sz="1800" b="1" dirty="0">
                <a:solidFill>
                  <a:schemeClr val="tx2"/>
                </a:solidFill>
              </a:rPr>
              <a:t>미래의 직업</a:t>
            </a:r>
            <a:endParaRPr lang="en-US" sz="1800" dirty="0"/>
          </a:p>
        </p:txBody>
      </p:sp>
      <p:sp>
        <p:nvSpPr>
          <p:cNvPr id="38" name="미래의 직업 설명"/>
          <p:cNvSpPr txBox="1"/>
          <p:nvPr/>
        </p:nvSpPr>
        <p:spPr>
          <a:xfrm>
            <a:off x="8375904" y="4553712"/>
            <a:ext cx="2999232" cy="594360"/>
          </a:xfrm>
          <a:prstGeom prst="rect">
            <a:avLst/>
          </a:prstGeom>
          <a:noFill/>
          <a:ln/>
        </p:spPr>
        <p:txBody>
          <a:bodyPr wrap="square" lIns="0" tIns="0" rIns="0" bIns="0" rtlCol="0" anchor="t"/>
          <a:lstStyle/>
          <a:p>
            <a:pPr indent="0" marL="0">
              <a:buNone/>
            </a:pPr>
            <a:r>
              <a:rPr lang="en-US" sz="1300" dirty="0">
                <a:solidFill>
                  <a:schemeClr val="tx1"/>
                </a:solidFill>
              </a:rPr>
              <a:t>드론과 함께 새로운 직업이 생기고 있어요</a:t>
            </a:r>
            <a:endParaRPr lang="en-US" sz="1300" dirty="0"/>
          </a:p>
        </p:txBody>
      </p:sp>
      <p:sp>
        <p:nvSpPr>
          <p:cNvPr id="39" name="미래의 직업 개발자"/>
          <p:cNvSpPr/>
          <p:nvPr/>
        </p:nvSpPr>
        <p:spPr>
          <a:xfrm>
            <a:off x="8375904" y="5193792"/>
            <a:ext cx="868680" cy="310896"/>
          </a:xfrm>
          <a:prstGeom prst="roundRect">
            <a:avLst>
              <a:gd name="adj" fmla="val 50000"/>
            </a:avLst>
          </a:prstGeom>
          <a:solidFill>
            <a:schemeClr val="bg2"/>
          </a:solidFill>
          <a:ln w="12700">
            <a:solidFill>
              <a:schemeClr val="accent3"/>
            </a:solidFill>
            <a:prstDash val="solid"/>
          </a:ln>
        </p:spPr>
      </p:sp>
      <p:sp>
        <p:nvSpPr>
          <p:cNvPr id="40" name="미래의 직업 개발자 글자"/>
          <p:cNvSpPr txBox="1"/>
          <p:nvPr/>
        </p:nvSpPr>
        <p:spPr>
          <a:xfrm>
            <a:off x="8375904" y="5193792"/>
            <a:ext cx="868680" cy="310896"/>
          </a:xfrm>
          <a:prstGeom prst="rect">
            <a:avLst/>
          </a:prstGeom>
          <a:noFill/>
          <a:ln/>
        </p:spPr>
        <p:txBody>
          <a:bodyPr wrap="square" lIns="0" tIns="0" rIns="0" bIns="0" rtlCol="0" anchor="ctr"/>
          <a:lstStyle/>
          <a:p>
            <a:pPr algn="ctr" indent="0" marL="0">
              <a:buNone/>
            </a:pPr>
            <a:r>
              <a:rPr lang="en-US" sz="1100" b="1" dirty="0">
                <a:solidFill>
                  <a:schemeClr val="accent3"/>
                </a:solidFill>
              </a:rPr>
              <a:t>개발자</a:t>
            </a:r>
            <a:endParaRPr lang="en-US" sz="1100" dirty="0"/>
          </a:p>
        </p:txBody>
      </p:sp>
      <p:sp>
        <p:nvSpPr>
          <p:cNvPr id="41" name="미래의 직업 조종사"/>
          <p:cNvSpPr/>
          <p:nvPr/>
        </p:nvSpPr>
        <p:spPr>
          <a:xfrm>
            <a:off x="9336024" y="5193792"/>
            <a:ext cx="868680" cy="310896"/>
          </a:xfrm>
          <a:prstGeom prst="roundRect">
            <a:avLst>
              <a:gd name="adj" fmla="val 50000"/>
            </a:avLst>
          </a:prstGeom>
          <a:solidFill>
            <a:schemeClr val="bg2"/>
          </a:solidFill>
          <a:ln w="12700">
            <a:solidFill>
              <a:schemeClr val="accent3"/>
            </a:solidFill>
            <a:prstDash val="solid"/>
          </a:ln>
        </p:spPr>
      </p:sp>
      <p:sp>
        <p:nvSpPr>
          <p:cNvPr id="42" name="미래의 직업 조종사 글자"/>
          <p:cNvSpPr txBox="1"/>
          <p:nvPr/>
        </p:nvSpPr>
        <p:spPr>
          <a:xfrm>
            <a:off x="9336024" y="5193792"/>
            <a:ext cx="868680" cy="310896"/>
          </a:xfrm>
          <a:prstGeom prst="rect">
            <a:avLst/>
          </a:prstGeom>
          <a:noFill/>
          <a:ln/>
        </p:spPr>
        <p:txBody>
          <a:bodyPr wrap="square" lIns="0" tIns="0" rIns="0" bIns="0" rtlCol="0" anchor="ctr"/>
          <a:lstStyle/>
          <a:p>
            <a:pPr algn="ctr" indent="0" marL="0">
              <a:buNone/>
            </a:pPr>
            <a:r>
              <a:rPr lang="en-US" sz="1100" b="1" dirty="0">
                <a:solidFill>
                  <a:schemeClr val="accent3"/>
                </a:solidFill>
              </a:rPr>
              <a:t>조종사</a:t>
            </a:r>
            <a:endParaRPr lang="en-US" sz="1100" dirty="0"/>
          </a:p>
        </p:txBody>
      </p:sp>
      <p:sp>
        <p:nvSpPr>
          <p:cNvPr id="43" name="미래의 직업 분석가"/>
          <p:cNvSpPr/>
          <p:nvPr/>
        </p:nvSpPr>
        <p:spPr>
          <a:xfrm>
            <a:off x="10296144" y="5193792"/>
            <a:ext cx="868680" cy="310896"/>
          </a:xfrm>
          <a:prstGeom prst="roundRect">
            <a:avLst>
              <a:gd name="adj" fmla="val 50000"/>
            </a:avLst>
          </a:prstGeom>
          <a:solidFill>
            <a:schemeClr val="bg2"/>
          </a:solidFill>
          <a:ln w="12700">
            <a:solidFill>
              <a:schemeClr val="accent3"/>
            </a:solidFill>
            <a:prstDash val="solid"/>
          </a:ln>
        </p:spPr>
      </p:sp>
      <p:sp>
        <p:nvSpPr>
          <p:cNvPr id="44" name="미래의 직업 분석가 글자"/>
          <p:cNvSpPr txBox="1"/>
          <p:nvPr/>
        </p:nvSpPr>
        <p:spPr>
          <a:xfrm>
            <a:off x="10296144" y="5193792"/>
            <a:ext cx="868680" cy="310896"/>
          </a:xfrm>
          <a:prstGeom prst="rect">
            <a:avLst/>
          </a:prstGeom>
          <a:noFill/>
          <a:ln/>
        </p:spPr>
        <p:txBody>
          <a:bodyPr wrap="square" lIns="0" tIns="0" rIns="0" bIns="0" rtlCol="0" anchor="ctr"/>
          <a:lstStyle/>
          <a:p>
            <a:pPr algn="ctr" indent="0" marL="0">
              <a:buNone/>
            </a:pPr>
            <a:r>
              <a:rPr lang="en-US" sz="1100" b="1" dirty="0">
                <a:solidFill>
                  <a:schemeClr val="accent3"/>
                </a:solidFill>
              </a:rPr>
              <a:t>분석가</a:t>
            </a:r>
            <a:endParaRPr lang="en-US" sz="1100" dirty="0"/>
          </a:p>
        </p:txBody>
      </p:sp>
      <p:sp>
        <p:nvSpPr>
          <p:cNvPr id="45" name="발문"/>
          <p:cNvSpPr txBox="1"/>
          <p:nvPr/>
        </p:nvSpPr>
        <p:spPr>
          <a:xfrm>
            <a:off x="548640" y="5806440"/>
            <a:ext cx="11064240" cy="411480"/>
          </a:xfrm>
          <a:prstGeom prst="rect">
            <a:avLst/>
          </a:prstGeom>
          <a:noFill/>
          <a:ln/>
        </p:spPr>
        <p:txBody>
          <a:bodyPr wrap="square" lIns="0" tIns="0" rIns="0" bIns="0" rtlCol="0" anchor="ctr"/>
          <a:lstStyle/>
          <a:p>
            <a:pPr algn="ctr" indent="0" marL="0">
              <a:buNone/>
            </a:pPr>
            <a:r>
              <a:rPr lang="en-US" sz="1600" b="1" i="1" dirty="0">
                <a:solidFill>
                  <a:schemeClr val="accent1"/>
                </a:solidFill>
              </a:rPr>
              <a:t>Q. 여러분은 어떤 일을 하는 드론을 만들고 싶나요?</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bg1"/>
                </a:solidFill>
              </a:rPr>
              <a:t>오늘의 미션: 드론에게 생각하는 법을!</a:t>
            </a:r>
            <a:endParaRPr lang="en-US" sz="3200" dirty="0"/>
          </a:p>
        </p:txBody>
      </p:sp>
      <p:sp>
        <p:nvSpPr>
          <p:cNvPr id="3" name="한 문장 정리"/>
          <p:cNvSpPr txBox="1"/>
          <p:nvPr/>
        </p:nvSpPr>
        <p:spPr>
          <a:xfrm>
            <a:off x="548640" y="1234440"/>
            <a:ext cx="11064240" cy="548640"/>
          </a:xfrm>
          <a:prstGeom prst="rect">
            <a:avLst/>
          </a:prstGeom>
          <a:noFill/>
          <a:ln/>
        </p:spPr>
        <p:txBody>
          <a:bodyPr wrap="square" lIns="0" tIns="0" rIns="0" bIns="0" rtlCol="0" anchor="ctr"/>
          <a:lstStyle/>
          <a:p>
            <a:pPr algn="ctr" indent="0" marL="0">
              <a:buNone/>
            </a:pPr>
            <a:r>
              <a:rPr lang="en-US" sz="2000" dirty="0">
                <a:solidFill>
                  <a:schemeClr val="bg1"/>
                </a:solidFill>
              </a:rPr>
              <a:t>드론은 </a:t>
            </a:r>
            <a:pPr algn="ctr" indent="0" marL="0">
              <a:buNone/>
            </a:pPr>
            <a:r>
              <a:rPr lang="en-US" sz="2000" b="1" dirty="0">
                <a:solidFill>
                  <a:schemeClr val="accent1"/>
                </a:solidFill>
              </a:rPr>
              <a:t>하늘을 나는 컴퓨터</a:t>
            </a:r>
            <a:pPr algn="ctr" indent="0" marL="0">
              <a:buNone/>
            </a:pPr>
            <a:r>
              <a:rPr lang="en-US" sz="2000" dirty="0">
                <a:solidFill>
                  <a:schemeClr val="bg1"/>
                </a:solidFill>
              </a:rPr>
              <a:t>,  이제는 </a:t>
            </a:r>
            <a:pPr algn="ctr" indent="0" marL="0">
              <a:buNone/>
            </a:pPr>
            <a:r>
              <a:rPr lang="en-US" sz="2000" b="1" dirty="0">
                <a:solidFill>
                  <a:schemeClr val="accent1"/>
                </a:solidFill>
              </a:rPr>
              <a:t>스스로 생각하는 드론</a:t>
            </a:r>
            <a:pPr algn="ctr" indent="0" marL="0">
              <a:buNone/>
            </a:pPr>
            <a:r>
              <a:rPr lang="en-US" sz="2000" dirty="0">
                <a:solidFill>
                  <a:schemeClr val="bg1"/>
                </a:solidFill>
              </a:rPr>
              <a:t>의 시대!</a:t>
            </a:r>
            <a:endParaRPr lang="en-US" sz="2000" dirty="0"/>
          </a:p>
        </p:txBody>
      </p:sp>
      <p:sp>
        <p:nvSpPr>
          <p:cNvPr id="4" name="감지 원"/>
          <p:cNvSpPr/>
          <p:nvPr/>
        </p:nvSpPr>
        <p:spPr>
          <a:xfrm>
            <a:off x="1798168" y="2103120"/>
            <a:ext cx="1463040" cy="1463040"/>
          </a:xfrm>
          <a:prstGeom prst="ellipse">
            <a:avLst/>
          </a:prstGeom>
          <a:solidFill>
            <a:schemeClr val="accent2"/>
          </a:solidFill>
          <a:ln/>
        </p:spPr>
      </p:sp>
      <p:pic>
        <p:nvPicPr>
          <p:cNvPr id="5" name="감지 아이콘" descr="감지">    </p:cNvPr>
          <p:cNvPicPr>
            <a:picLocks noChangeAspect="1"/>
          </p:cNvPicPr>
          <p:nvPr/>
        </p:nvPicPr>
        <p:blipFill>
          <a:blip r:embed="rId1"/>
          <a:stretch>
            <a:fillRect/>
          </a:stretch>
        </p:blipFill>
        <p:spPr>
          <a:xfrm>
            <a:off x="2149297" y="2454250"/>
            <a:ext cx="760781" cy="760781"/>
          </a:xfrm>
          <a:prstGeom prst="rect">
            <a:avLst/>
          </a:prstGeom>
        </p:spPr>
      </p:pic>
      <p:sp>
        <p:nvSpPr>
          <p:cNvPr id="6" name="감지 단계"/>
          <p:cNvSpPr txBox="1"/>
          <p:nvPr/>
        </p:nvSpPr>
        <p:spPr>
          <a:xfrm>
            <a:off x="1340968" y="3657600"/>
            <a:ext cx="2377440" cy="502920"/>
          </a:xfrm>
          <a:prstGeom prst="rect">
            <a:avLst/>
          </a:prstGeom>
          <a:noFill/>
          <a:ln/>
        </p:spPr>
        <p:txBody>
          <a:bodyPr wrap="square" lIns="0" tIns="0" rIns="0" bIns="0" rtlCol="0" anchor="ctr"/>
          <a:lstStyle/>
          <a:p>
            <a:pPr algn="ctr" indent="0" marL="0">
              <a:buNone/>
            </a:pPr>
            <a:r>
              <a:rPr lang="en-US" sz="2400" b="1" dirty="0">
                <a:solidFill>
                  <a:schemeClr val="bg1"/>
                </a:solidFill>
              </a:rPr>
              <a:t>감지</a:t>
            </a:r>
            <a:endParaRPr lang="en-US" sz="2400" dirty="0"/>
          </a:p>
        </p:txBody>
      </p:sp>
      <p:sp>
        <p:nvSpPr>
          <p:cNvPr id="7" name="감지 설명"/>
          <p:cNvSpPr txBox="1"/>
          <p:nvPr/>
        </p:nvSpPr>
        <p:spPr>
          <a:xfrm>
            <a:off x="1340968" y="4160520"/>
            <a:ext cx="2377440" cy="365760"/>
          </a:xfrm>
          <a:prstGeom prst="rect">
            <a:avLst/>
          </a:prstGeom>
          <a:noFill/>
          <a:ln/>
        </p:spPr>
        <p:txBody>
          <a:bodyPr wrap="square" lIns="0" tIns="0" rIns="0" bIns="0" rtlCol="0" anchor="ctr"/>
          <a:lstStyle/>
          <a:p>
            <a:pPr algn="ctr" indent="0" marL="0">
              <a:buNone/>
            </a:pPr>
            <a:r>
              <a:rPr lang="en-US" sz="1500" dirty="0">
                <a:solidFill>
                  <a:schemeClr val="bg2"/>
                </a:solidFill>
              </a:rPr>
              <a:t>센서로 보고</a:t>
            </a:r>
            <a:endParaRPr lang="en-US" sz="1500" dirty="0"/>
          </a:p>
        </p:txBody>
      </p:sp>
      <p:pic>
        <p:nvPicPr>
          <p:cNvPr id="8" name="단계 화살표 1" descr="다음 단계">    </p:cNvPr>
          <p:cNvPicPr>
            <a:picLocks noChangeAspect="1"/>
          </p:cNvPicPr>
          <p:nvPr/>
        </p:nvPicPr>
        <p:blipFill>
          <a:blip r:embed="rId2"/>
          <a:stretch>
            <a:fillRect/>
          </a:stretch>
        </p:blipFill>
        <p:spPr>
          <a:xfrm>
            <a:off x="4084168" y="2606040"/>
            <a:ext cx="457200" cy="457200"/>
          </a:xfrm>
          <a:prstGeom prst="rect">
            <a:avLst/>
          </a:prstGeom>
        </p:spPr>
      </p:pic>
      <p:sp>
        <p:nvSpPr>
          <p:cNvPr id="9" name="판단 원"/>
          <p:cNvSpPr/>
          <p:nvPr/>
        </p:nvSpPr>
        <p:spPr>
          <a:xfrm>
            <a:off x="5364328" y="2103120"/>
            <a:ext cx="1463040" cy="1463040"/>
          </a:xfrm>
          <a:prstGeom prst="ellipse">
            <a:avLst/>
          </a:prstGeom>
          <a:solidFill>
            <a:schemeClr val="accent1"/>
          </a:solidFill>
          <a:ln/>
        </p:spPr>
      </p:sp>
      <p:pic>
        <p:nvPicPr>
          <p:cNvPr id="10" name="판단 아이콘" descr="판단">    </p:cNvPr>
          <p:cNvPicPr>
            <a:picLocks noChangeAspect="1"/>
          </p:cNvPicPr>
          <p:nvPr/>
        </p:nvPicPr>
        <p:blipFill>
          <a:blip r:embed="rId3"/>
          <a:stretch>
            <a:fillRect/>
          </a:stretch>
        </p:blipFill>
        <p:spPr>
          <a:xfrm>
            <a:off x="5715457" y="2454250"/>
            <a:ext cx="760781" cy="760781"/>
          </a:xfrm>
          <a:prstGeom prst="rect">
            <a:avLst/>
          </a:prstGeom>
        </p:spPr>
      </p:pic>
      <p:sp>
        <p:nvSpPr>
          <p:cNvPr id="11" name="판단 단계"/>
          <p:cNvSpPr txBox="1"/>
          <p:nvPr/>
        </p:nvSpPr>
        <p:spPr>
          <a:xfrm>
            <a:off x="4907128" y="3657600"/>
            <a:ext cx="2377440" cy="502920"/>
          </a:xfrm>
          <a:prstGeom prst="rect">
            <a:avLst/>
          </a:prstGeom>
          <a:noFill/>
          <a:ln/>
        </p:spPr>
        <p:txBody>
          <a:bodyPr wrap="square" lIns="0" tIns="0" rIns="0" bIns="0" rtlCol="0" anchor="ctr"/>
          <a:lstStyle/>
          <a:p>
            <a:pPr algn="ctr" indent="0" marL="0">
              <a:buNone/>
            </a:pPr>
            <a:r>
              <a:rPr lang="en-US" sz="2400" b="1" dirty="0">
                <a:solidFill>
                  <a:schemeClr val="bg1"/>
                </a:solidFill>
              </a:rPr>
              <a:t>판단</a:t>
            </a:r>
            <a:endParaRPr lang="en-US" sz="2400" dirty="0"/>
          </a:p>
        </p:txBody>
      </p:sp>
      <p:sp>
        <p:nvSpPr>
          <p:cNvPr id="12" name="판단 설명"/>
          <p:cNvSpPr txBox="1"/>
          <p:nvPr/>
        </p:nvSpPr>
        <p:spPr>
          <a:xfrm>
            <a:off x="4907128" y="4160520"/>
            <a:ext cx="2377440" cy="365760"/>
          </a:xfrm>
          <a:prstGeom prst="rect">
            <a:avLst/>
          </a:prstGeom>
          <a:noFill/>
          <a:ln/>
        </p:spPr>
        <p:txBody>
          <a:bodyPr wrap="square" lIns="0" tIns="0" rIns="0" bIns="0" rtlCol="0" anchor="ctr"/>
          <a:lstStyle/>
          <a:p>
            <a:pPr algn="ctr" indent="0" marL="0">
              <a:buNone/>
            </a:pPr>
            <a:r>
              <a:rPr lang="en-US" sz="1500" dirty="0">
                <a:solidFill>
                  <a:schemeClr val="bg2"/>
                </a:solidFill>
              </a:rPr>
              <a:t>코드로 생각하고</a:t>
            </a:r>
            <a:endParaRPr lang="en-US" sz="1500" dirty="0"/>
          </a:p>
        </p:txBody>
      </p:sp>
      <p:pic>
        <p:nvPicPr>
          <p:cNvPr id="13" name="단계 화살표 2" descr="다음 단계">    </p:cNvPr>
          <p:cNvPicPr>
            <a:picLocks noChangeAspect="1"/>
          </p:cNvPicPr>
          <p:nvPr/>
        </p:nvPicPr>
        <p:blipFill>
          <a:blip r:embed="rId4"/>
          <a:stretch>
            <a:fillRect/>
          </a:stretch>
        </p:blipFill>
        <p:spPr>
          <a:xfrm>
            <a:off x="7650328" y="2606040"/>
            <a:ext cx="457200" cy="457200"/>
          </a:xfrm>
          <a:prstGeom prst="rect">
            <a:avLst/>
          </a:prstGeom>
        </p:spPr>
      </p:pic>
      <p:sp>
        <p:nvSpPr>
          <p:cNvPr id="14" name="행동 원"/>
          <p:cNvSpPr/>
          <p:nvPr/>
        </p:nvSpPr>
        <p:spPr>
          <a:xfrm>
            <a:off x="8930488" y="2103120"/>
            <a:ext cx="1463040" cy="1463040"/>
          </a:xfrm>
          <a:prstGeom prst="ellipse">
            <a:avLst/>
          </a:prstGeom>
          <a:solidFill>
            <a:schemeClr val="accent3"/>
          </a:solidFill>
          <a:ln/>
        </p:spPr>
      </p:sp>
      <p:pic>
        <p:nvPicPr>
          <p:cNvPr id="15" name="행동 아이콘" descr="행동">    </p:cNvPr>
          <p:cNvPicPr>
            <a:picLocks noChangeAspect="1"/>
          </p:cNvPicPr>
          <p:nvPr/>
        </p:nvPicPr>
        <p:blipFill>
          <a:blip r:embed="rId5"/>
          <a:stretch>
            <a:fillRect/>
          </a:stretch>
        </p:blipFill>
        <p:spPr>
          <a:xfrm>
            <a:off x="9281617" y="2454250"/>
            <a:ext cx="760781" cy="760781"/>
          </a:xfrm>
          <a:prstGeom prst="rect">
            <a:avLst/>
          </a:prstGeom>
        </p:spPr>
      </p:pic>
      <p:sp>
        <p:nvSpPr>
          <p:cNvPr id="16" name="행동 단계"/>
          <p:cNvSpPr txBox="1"/>
          <p:nvPr/>
        </p:nvSpPr>
        <p:spPr>
          <a:xfrm>
            <a:off x="8473288" y="3657600"/>
            <a:ext cx="2377440" cy="502920"/>
          </a:xfrm>
          <a:prstGeom prst="rect">
            <a:avLst/>
          </a:prstGeom>
          <a:noFill/>
          <a:ln/>
        </p:spPr>
        <p:txBody>
          <a:bodyPr wrap="square" lIns="0" tIns="0" rIns="0" bIns="0" rtlCol="0" anchor="ctr"/>
          <a:lstStyle/>
          <a:p>
            <a:pPr algn="ctr" indent="0" marL="0">
              <a:buNone/>
            </a:pPr>
            <a:r>
              <a:rPr lang="en-US" sz="2400" b="1" dirty="0">
                <a:solidFill>
                  <a:schemeClr val="bg1"/>
                </a:solidFill>
              </a:rPr>
              <a:t>행동</a:t>
            </a:r>
            <a:endParaRPr lang="en-US" sz="2400" dirty="0"/>
          </a:p>
        </p:txBody>
      </p:sp>
      <p:sp>
        <p:nvSpPr>
          <p:cNvPr id="17" name="행동 설명"/>
          <p:cNvSpPr txBox="1"/>
          <p:nvPr/>
        </p:nvSpPr>
        <p:spPr>
          <a:xfrm>
            <a:off x="8473288" y="4160520"/>
            <a:ext cx="2377440" cy="365760"/>
          </a:xfrm>
          <a:prstGeom prst="rect">
            <a:avLst/>
          </a:prstGeom>
          <a:noFill/>
          <a:ln/>
        </p:spPr>
        <p:txBody>
          <a:bodyPr wrap="square" lIns="0" tIns="0" rIns="0" bIns="0" rtlCol="0" anchor="ctr"/>
          <a:lstStyle/>
          <a:p>
            <a:pPr algn="ctr" indent="0" marL="0">
              <a:buNone/>
            </a:pPr>
            <a:r>
              <a:rPr lang="en-US" sz="1500" dirty="0">
                <a:solidFill>
                  <a:schemeClr val="bg2"/>
                </a:solidFill>
              </a:rPr>
              <a:t>스스로 움직여요</a:t>
            </a:r>
            <a:endParaRPr lang="en-US" sz="1500" dirty="0"/>
          </a:p>
        </p:txBody>
      </p:sp>
      <p:sp>
        <p:nvSpPr>
          <p:cNvPr id="18" name="예고 카드"/>
          <p:cNvSpPr/>
          <p:nvPr/>
        </p:nvSpPr>
        <p:spPr>
          <a:xfrm>
            <a:off x="2011680" y="4892040"/>
            <a:ext cx="8165592" cy="1097280"/>
          </a:xfrm>
          <a:prstGeom prst="roundRect">
            <a:avLst>
              <a:gd name="adj" fmla="val 15000"/>
            </a:avLst>
          </a:prstGeom>
          <a:solidFill>
            <a:schemeClr val="bg1">
              <a:alpha val="10000"/>
            </a:schemeClr>
          </a:solidFill>
          <a:ln w="19050">
            <a:solidFill>
              <a:schemeClr val="accent1"/>
            </a:solidFill>
            <a:prstDash val="solid"/>
          </a:ln>
        </p:spPr>
      </p:sp>
      <p:sp>
        <p:nvSpPr>
          <p:cNvPr id="19" name="예고 원"/>
          <p:cNvSpPr/>
          <p:nvPr/>
        </p:nvSpPr>
        <p:spPr>
          <a:xfrm>
            <a:off x="2286000" y="5074920"/>
            <a:ext cx="731520" cy="731520"/>
          </a:xfrm>
          <a:prstGeom prst="ellipse">
            <a:avLst/>
          </a:prstGeom>
          <a:solidFill>
            <a:schemeClr val="accent1"/>
          </a:solidFill>
          <a:ln/>
        </p:spPr>
      </p:sp>
      <p:pic>
        <p:nvPicPr>
          <p:cNvPr id="20" name="예고 아이콘" descr="예고">    </p:cNvPr>
          <p:cNvPicPr>
            <a:picLocks noChangeAspect="1"/>
          </p:cNvPicPr>
          <p:nvPr/>
        </p:nvPicPr>
        <p:blipFill>
          <a:blip r:embed="rId6"/>
          <a:stretch>
            <a:fillRect/>
          </a:stretch>
        </p:blipFill>
        <p:spPr>
          <a:xfrm>
            <a:off x="2461565" y="5250485"/>
            <a:ext cx="380390" cy="380390"/>
          </a:xfrm>
          <a:prstGeom prst="rect">
            <a:avLst/>
          </a:prstGeom>
        </p:spPr>
      </p:pic>
      <p:sp>
        <p:nvSpPr>
          <p:cNvPr id="21" name="예고 문장"/>
          <p:cNvSpPr txBox="1"/>
          <p:nvPr/>
        </p:nvSpPr>
        <p:spPr>
          <a:xfrm>
            <a:off x="3200400" y="4937760"/>
            <a:ext cx="6858000" cy="1005840"/>
          </a:xfrm>
          <a:prstGeom prst="rect">
            <a:avLst/>
          </a:prstGeom>
          <a:noFill/>
          <a:ln/>
        </p:spPr>
        <p:txBody>
          <a:bodyPr wrap="square" lIns="0" tIns="0" rIns="0" bIns="0" rtlCol="0" anchor="ctr"/>
          <a:lstStyle/>
          <a:p>
            <a:pPr indent="0" marL="0">
              <a:buNone/>
            </a:pPr>
            <a:r>
              <a:rPr lang="en-US" sz="1300" b="1" dirty="0">
                <a:solidFill>
                  <a:schemeClr val="accent1"/>
                </a:solidFill>
              </a:rPr>
              <a:t>이어서 해 볼 활동</a:t>
            </a:r>
            <a:endParaRPr lang="en-US" sz="1300" dirty="0"/>
          </a:p>
          <a:p>
            <a:pPr indent="0" marL="0">
              <a:buNone/>
            </a:pPr>
            <a:r>
              <a:rPr lang="en-US" sz="1800" b="1" dirty="0">
                <a:solidFill>
                  <a:schemeClr val="bg1"/>
                </a:solidFill>
              </a:rPr>
              <a:t>리모컨 대신 코딩으로, 드론에게 생각하는 법을 가르쳐요</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Drone Sky">
  <a:themeElements>
    <a:clrScheme name="Drone Sky">
      <a:dk1>
        <a:srgbClr val="1A2233"/>
      </a:dk1>
      <a:lt1>
        <a:srgbClr val="FFFFFF"/>
      </a:lt1>
      <a:dk2>
        <a:srgbClr val="0B1F3A"/>
      </a:dk2>
      <a:lt2>
        <a:srgbClr val="EEF5FB"/>
      </a:lt2>
      <a:accent1>
        <a:srgbClr val="FF7A1A"/>
      </a:accent1>
      <a:accent2>
        <a:srgbClr val="2E9BDA"/>
      </a:accent2>
      <a:accent3>
        <a:srgbClr val="14B8A6"/>
      </a:accent3>
      <a:accent4>
        <a:srgbClr val="FFC233"/>
      </a:accent4>
      <a:accent5>
        <a:srgbClr val="7C5CFF"/>
      </a:accent5>
      <a:accent6>
        <a:srgbClr val="8A94A6"/>
      </a:accent6>
      <a:hlink>
        <a:srgbClr val="2E9BDA"/>
      </a:hlink>
      <a:folHlink>
        <a:srgbClr val="7C5CFF"/>
      </a:folHlink>
    </a:clrScheme>
    <a:fontScheme name="Drone Sky">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드론, 어디까지 알고 있니?</dc:title>
  <dc:subject>AI 드론 교육 1차시 도입 - 드론이란?</dc:subject>
  <dc:creator>AI 드론 교육</dc:creator>
  <cp:lastModifiedBy>AI 드론 교육</cp:lastModifiedBy>
  <cp:revision>1</cp:revision>
  <dcterms:created xsi:type="dcterms:W3CDTF">2026-10-28T14:44:40Z</dcterms:created>
  <dcterms:modified xsi:type="dcterms:W3CDTF">2026-10-28T14:44:40Z</dcterms:modified>
</cp:coreProperties>
</file>